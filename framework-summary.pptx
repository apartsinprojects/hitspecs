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182880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CS Elective Design Guidelines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326880" y="182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apartsin.com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777240"/>
            <a:ext cx="11631168" cy="0"/>
          </a:xfrm>
          <a:prstGeom prst="line">
            <a:avLst/>
          </a:prstGeom>
          <a:noFill/>
          <a:ln w="12700">
            <a:solidFill>
              <a:srgbClr val="253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2216506" cy="5715000"/>
          </a:xfrm>
          <a:prstGeom prst="roundRect">
            <a:avLst>
              <a:gd name="adj" fmla="val 4125"/>
            </a:avLst>
          </a:prstGeom>
          <a:solidFill>
            <a:srgbClr val="132030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14400"/>
            <a:ext cx="2216506" cy="274320"/>
          </a:xfrm>
          <a:prstGeom prst="roundRect">
            <a:avLst>
              <a:gd name="adj" fmla="val 33333"/>
            </a:avLst>
          </a:prstGeom>
          <a:solidFill>
            <a:srgbClr val="E8A33A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1051560"/>
            <a:ext cx="2216506" cy="13716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243584"/>
            <a:ext cx="20336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203362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1978762" cy="0"/>
          </a:xfrm>
          <a:prstGeom prst="line">
            <a:avLst/>
          </a:prstGeom>
          <a:noFill/>
          <a:ln w="12700">
            <a:solidFill>
              <a:srgbClr val="253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38144"/>
            <a:ext cx="201533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scientific and engineering concepts — models, algorithms, and design principles — with enough rigor to ground every tool choice.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01138" y="914400"/>
            <a:ext cx="2216506" cy="5715000"/>
          </a:xfrm>
          <a:prstGeom prst="roundRect">
            <a:avLst>
              <a:gd name="adj" fmla="val 4125"/>
            </a:avLst>
          </a:prstGeom>
          <a:solidFill>
            <a:srgbClr val="192840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1138" y="914400"/>
            <a:ext cx="2216506" cy="274320"/>
          </a:xfrm>
          <a:prstGeom prst="roundRect">
            <a:avLst>
              <a:gd name="adj" fmla="val 33333"/>
            </a:avLst>
          </a:prstGeom>
          <a:solidFill>
            <a:srgbClr val="E8A33A"/>
          </a:solidFill>
          <a:ln/>
        </p:spPr>
      </p:sp>
      <p:sp>
        <p:nvSpPr>
          <p:cNvPr id="15" name="Shape 13"/>
          <p:cNvSpPr/>
          <p:nvPr/>
        </p:nvSpPr>
        <p:spPr>
          <a:xfrm>
            <a:off x="2701138" y="1051560"/>
            <a:ext cx="2216506" cy="13716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16" name="Text 14"/>
          <p:cNvSpPr/>
          <p:nvPr/>
        </p:nvSpPr>
        <p:spPr>
          <a:xfrm>
            <a:off x="2792578" y="1243584"/>
            <a:ext cx="20336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2810866" y="2240280"/>
            <a:ext cx="203362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810866" y="3310128"/>
            <a:ext cx="1978762" cy="0"/>
          </a:xfrm>
          <a:prstGeom prst="line">
            <a:avLst/>
          </a:prstGeom>
          <a:noFill/>
          <a:ln w="12700">
            <a:solidFill>
              <a:srgbClr val="253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0866" y="3438144"/>
            <a:ext cx="201533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tools, frameworks, libraries, datasets, and development environments used in professional practice today.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54803" y="914400"/>
            <a:ext cx="2216506" cy="5715000"/>
          </a:xfrm>
          <a:prstGeom prst="roundRect">
            <a:avLst>
              <a:gd name="adj" fmla="val 4125"/>
            </a:avLst>
          </a:prstGeom>
          <a:solidFill>
            <a:srgbClr val="132030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54803" y="914400"/>
            <a:ext cx="2216506" cy="274320"/>
          </a:xfrm>
          <a:prstGeom prst="roundRect">
            <a:avLst>
              <a:gd name="adj" fmla="val 33333"/>
            </a:avLst>
          </a:prstGeom>
          <a:solidFill>
            <a:srgbClr val="E8A33A"/>
          </a:solidFill>
          <a:ln/>
        </p:spPr>
      </p:sp>
      <p:sp>
        <p:nvSpPr>
          <p:cNvPr id="22" name="Shape 20"/>
          <p:cNvSpPr/>
          <p:nvPr/>
        </p:nvSpPr>
        <p:spPr>
          <a:xfrm>
            <a:off x="5054803" y="1051560"/>
            <a:ext cx="2216506" cy="13716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23" name="Text 21"/>
          <p:cNvSpPr/>
          <p:nvPr/>
        </p:nvSpPr>
        <p:spPr>
          <a:xfrm>
            <a:off x="5146243" y="1243584"/>
            <a:ext cx="20336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5164531" y="2240280"/>
            <a:ext cx="203362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164531" y="3310128"/>
            <a:ext cx="1978762" cy="0"/>
          </a:xfrm>
          <a:prstGeom prst="line">
            <a:avLst/>
          </a:prstGeom>
          <a:noFill/>
          <a:ln w="12700">
            <a:solidFill>
              <a:srgbClr val="253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4531" y="3438144"/>
            <a:ext cx="201533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broad, deep course that delivers the complete toolbox for building sophisticated, realistic systems — within the credit budget.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8469" y="914400"/>
            <a:ext cx="2216506" cy="5715000"/>
          </a:xfrm>
          <a:prstGeom prst="roundRect">
            <a:avLst>
              <a:gd name="adj" fmla="val 4125"/>
            </a:avLst>
          </a:prstGeom>
          <a:solidFill>
            <a:srgbClr val="192840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8469" y="914400"/>
            <a:ext cx="2216506" cy="274320"/>
          </a:xfrm>
          <a:prstGeom prst="roundRect">
            <a:avLst>
              <a:gd name="adj" fmla="val 33333"/>
            </a:avLst>
          </a:prstGeom>
          <a:solidFill>
            <a:srgbClr val="E8A33A"/>
          </a:solidFill>
          <a:ln/>
        </p:spPr>
      </p:sp>
      <p:sp>
        <p:nvSpPr>
          <p:cNvPr id="29" name="Shape 27"/>
          <p:cNvSpPr/>
          <p:nvPr/>
        </p:nvSpPr>
        <p:spPr>
          <a:xfrm>
            <a:off x="7408469" y="1051560"/>
            <a:ext cx="2216506" cy="13716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30" name="Text 28"/>
          <p:cNvSpPr/>
          <p:nvPr/>
        </p:nvSpPr>
        <p:spPr>
          <a:xfrm>
            <a:off x="7499909" y="1243584"/>
            <a:ext cx="20336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 dirty="0"/>
          </a:p>
        </p:txBody>
      </p:sp>
      <p:sp>
        <p:nvSpPr>
          <p:cNvPr id="31" name="Text 29"/>
          <p:cNvSpPr/>
          <p:nvPr/>
        </p:nvSpPr>
        <p:spPr>
          <a:xfrm>
            <a:off x="7518197" y="2240280"/>
            <a:ext cx="203362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518197" y="3310128"/>
            <a:ext cx="1978762" cy="0"/>
          </a:xfrm>
          <a:prstGeom prst="line">
            <a:avLst/>
          </a:prstGeom>
          <a:noFill/>
          <a:ln w="12700">
            <a:solidFill>
              <a:srgbClr val="2535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8197" y="3438144"/>
            <a:ext cx="201533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significant project built during the course, developed in stages with continuous instructor feedback — not assembled at the end.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762134" y="914400"/>
            <a:ext cx="2216506" cy="5715000"/>
          </a:xfrm>
          <a:prstGeom prst="roundRect">
            <a:avLst>
              <a:gd name="adj" fmla="val 4125"/>
            </a:avLst>
          </a:prstGeom>
          <a:solidFill>
            <a:srgbClr val="132030"/>
          </a:solidFill>
          <a:ln w="12700">
            <a:solidFill>
              <a:srgbClr val="2535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62134" y="914400"/>
            <a:ext cx="2216506" cy="274320"/>
          </a:xfrm>
          <a:prstGeom prst="roundRect">
            <a:avLst>
              <a:gd name="adj" fmla="val 33333"/>
            </a:avLst>
          </a:prstGeom>
          <a:solidFill>
            <a:srgbClr val="E8A33A"/>
          </a:solidFill>
          <a:ln/>
        </p:spPr>
      </p:sp>
      <p:sp>
        <p:nvSpPr>
          <p:cNvPr id="36" name="Shape 34"/>
          <p:cNvSpPr/>
          <p:nvPr/>
        </p:nvSpPr>
        <p:spPr>
          <a:xfrm>
            <a:off x="9762134" y="1051560"/>
            <a:ext cx="2216506" cy="137160"/>
          </a:xfrm>
          <a:prstGeom prst="rect">
            <a:avLst/>
          </a:prstGeom>
          <a:solidFill>
            <a:srgbClr val="E8A33A"/>
          </a:solidFill>
          <a:ln/>
        </p:spPr>
      </p:sp>
      <p:sp>
        <p:nvSpPr>
          <p:cNvPr id="37" name="Text 35"/>
          <p:cNvSpPr/>
          <p:nvPr/>
        </p:nvSpPr>
        <p:spPr>
          <a:xfrm>
            <a:off x="9853574" y="1243584"/>
            <a:ext cx="20336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8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0" dirty="0"/>
          </a:p>
        </p:txBody>
      </p:sp>
      <p:sp>
        <p:nvSpPr>
          <p:cNvPr id="38" name="Text 36"/>
          <p:cNvSpPr/>
          <p:nvPr/>
        </p:nvSpPr>
        <p:spPr>
          <a:xfrm>
            <a:off x="9871862" y="2240280"/>
            <a:ext cx="203362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9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9871862" y="3310128"/>
            <a:ext cx="1978762" cy="0"/>
          </a:xfrm>
          <a:prstGeom prst="line">
            <a:avLst/>
          </a:prstGeom>
          <a:noFill/>
          <a:ln w="12700">
            <a:solidFill>
              <a:srgbClr val="2535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1862" y="3438144"/>
            <a:ext cx="2015338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 GitHub repository with all artifacts and a clear README — portfolio-ready proof of expertise built through real experience.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2026-07-26T11:18:54Z</dcterms:created>
  <dcterms:modified xsi:type="dcterms:W3CDTF">2026-07-26T11:18:54Z</dcterms:modified>
</cp:coreProperties>
</file>