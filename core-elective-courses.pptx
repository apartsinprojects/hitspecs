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HOLON INSTITUTE OF TECHNOLOGY  ·  COMPUTER SCIENCE DEPARTMENT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556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Elective Courses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502920" y="2286000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flagship courses  ·  4 concentrations  ·  2024-2025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2816352"/>
            <a:ext cx="2624328" cy="1828800"/>
          </a:xfrm>
          <a:prstGeom prst="roundRect">
            <a:avLst>
              <a:gd name="adj" fmla="val 5000"/>
            </a:avLst>
          </a:prstGeom>
          <a:solidFill>
            <a:srgbClr val="141C2D"/>
          </a:solidFill>
          <a:ln w="12700">
            <a:solidFill>
              <a:srgbClr val="31D0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907792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85800" y="373075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596896" y="2944368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31D0A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" y="4114800"/>
            <a:ext cx="2350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10128" y="2816352"/>
            <a:ext cx="2624328" cy="1828800"/>
          </a:xfrm>
          <a:prstGeom prst="roundRect">
            <a:avLst>
              <a:gd name="adj" fmla="val 5000"/>
            </a:avLst>
          </a:prstGeom>
          <a:solidFill>
            <a:srgbClr val="141C2D"/>
          </a:solidFill>
          <a:ln w="12700">
            <a:solidFill>
              <a:srgbClr val="9B7A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2907792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9B7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3493008" y="373075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04104" y="2944368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9B7AE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56432" y="4114800"/>
            <a:ext cx="2350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17336" y="2816352"/>
            <a:ext cx="2624328" cy="1828800"/>
          </a:xfrm>
          <a:prstGeom prst="roundRect">
            <a:avLst>
              <a:gd name="adj" fmla="val 5000"/>
            </a:avLst>
          </a:prstGeom>
          <a:solidFill>
            <a:srgbClr val="141C2D"/>
          </a:solidFill>
          <a:ln w="12700">
            <a:solidFill>
              <a:srgbClr val="F5A3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2907792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5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6300216" y="373075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11312" y="2944368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F5A3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4114800"/>
            <a:ext cx="2350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924544" y="2816352"/>
            <a:ext cx="2624328" cy="1828800"/>
          </a:xfrm>
          <a:prstGeom prst="roundRect">
            <a:avLst>
              <a:gd name="adj" fmla="val 5000"/>
            </a:avLst>
          </a:prstGeom>
          <a:solidFill>
            <a:srgbClr val="141C2D"/>
          </a:solidFill>
          <a:ln w="12700">
            <a:solidFill>
              <a:srgbClr val="7DC8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7424" y="2907792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7DC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9107424" y="373075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018520" y="2944368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7DC8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070848" y="4114800"/>
            <a:ext cx="2350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Systems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6492240"/>
            <a:ext cx="11155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hitspecs.apartsin.com/baseline-mapping.html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Track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104120" y="182880"/>
            <a:ext cx="1600200" cy="402336"/>
          </a:xfrm>
          <a:prstGeom prst="roundRect">
            <a:avLst>
              <a:gd name="adj" fmla="val 22727"/>
            </a:avLst>
          </a:prstGeom>
          <a:solidFill>
            <a:srgbClr val="31D0A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 ·  8 courses</a:t>
            </a:r>
            <a:endParaRPr lang="en-US" sz="11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95528"/>
          <a:ext cx="914400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3886200"/>
                <a:gridCol w="2514600"/>
                <a:gridCol w="42519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Tools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5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1D0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Computing &amp; Cloud-Native Platforms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/ Platform 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 ·  Kubernetes  ·  Terraform  ·  AWS  ·  OpenTelemetry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1D0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&amp; Reliable Software Development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/ Security 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  ·  Playwright  ·  GitHub Actions  ·  Semgrep  ·  OWASP ZAP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1D0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Front-End Web Development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Front-End Developer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  ·  React  ·  Next.js  ·  Playwright  ·  Storybook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1D0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Back-End Web Development &amp; APIs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Back-End / API Developer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 ·  PostgreSQL  ·  Redis  ·  OpenAPI  ·  Docker Compose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1D0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of AI Systems (MLOps)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DevOps / MLOps 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MLflow  ·  Docker  ·  GitHub Actions  ·  Kubernetes  ·  Evidently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1D0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Mobile, IoT &amp; Edge Applications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/ IoT Developer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Kotlin/Compose  ·  Flutter  ·  MQTT  ·  RPi / ESP32  ·  AWS IoT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1D0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AI-Based &amp; Data-Intensive Systems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/ Data 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Spark  ·  Kafka  ·  Airflow  ·  dbt  ·  Great Expectations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1D0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Human-Machine Interaction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UX 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Figma  ·  axe DevTools  ·  Lighthouse  ·  Google Forms  ·  Python/R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601968"/>
            <a:ext cx="11247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Elective Courses  ·  Holon Institute of Technology  ·  hitspecs.apartsin.com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Track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104120" y="182880"/>
            <a:ext cx="1600200" cy="402336"/>
          </a:xfrm>
          <a:prstGeom prst="roundRect">
            <a:avLst>
              <a:gd name="adj" fmla="val 22727"/>
            </a:avLst>
          </a:prstGeom>
          <a:solidFill>
            <a:srgbClr val="9B7AE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·  6 courses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95528"/>
          <a:ext cx="914400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3886200"/>
                <a:gridCol w="2514600"/>
                <a:gridCol w="42519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Tools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5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B7A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AI: LLMs and Agentic Systems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/ AI Developer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  ·  HF Transformers  ·  OpenAI API  ·  SentenceTransformers  ·  LangGraph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B7A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AI: Time Series &amp; Sequential Decision-Making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Scientist / ML Researcher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  ·  statsmodels  ·  PyTorch  ·  Gymnasium  ·  Stable-Baselines3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B7A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 AI: Deep Learning for Computer Vision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Vision 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  ·  OpenCV  ·  torchvision  ·  YOLO (Ultralytics)  ·  ONNX Runtime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B7A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Scalable AI: Big-Data Algorithms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/ Analytics 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 Distributed  ·  Apache Spark  ·  Ray  ·  Kubernetes  ·  vLLM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B7A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AI: Deep Generative 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AI 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  ·  HF Diffusers  ·  HF Transformers  ·  Accelerate  ·  MLflow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B7A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Embodied AI: Robotics &amp; Autonomous Systems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Robotics / Embedded AI 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 2  ·  Gazebo  ·  Nav2  ·  MoveIt 2  ·  PyTorch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601968"/>
            <a:ext cx="11247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Elective Courses  ·  Holon Institute of Technology  ·  hitspecs.apartsin.com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&amp; Defense Systems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104120" y="182880"/>
            <a:ext cx="1600200" cy="402336"/>
          </a:xfrm>
          <a:prstGeom prst="roundRect">
            <a:avLst>
              <a:gd name="adj" fmla="val 22727"/>
            </a:avLst>
          </a:prstGeom>
          <a:solidFill>
            <a:srgbClr val="F5A3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 / DF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95528"/>
          <a:ext cx="914400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3886200"/>
                <a:gridCol w="2514600"/>
                <a:gridCol w="42519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Tools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5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A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Cryptography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Cryptography 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OpenSSL  ·  Python cryptography  ·  libsodium  ·  SageMath  ·  Wireshark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A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Security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Security / SOC Analyst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Wireshark  ·  Nmap  ·  Zeek  ·  Suricata  ·  Security Onion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A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&amp; Embedded Systems Security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Malware Analyst / Reverse 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Ghidra  ·  GDB/pwndbg  ·  QEMU  ·  binwalk  ·  ChipWhisperer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A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Cyber-Security Governance, Risk &amp; 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GRC / Compliance Analyst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CSF  ·  ISO 27001  ·  OWASP Threat Dragon  ·  Eramba  ·  Power BI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A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 and Decentralized Systems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 / Smart Contract Dev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Solidity  ·  Foundry  ·  OpenZeppelin  ·  Slither  ·  Ethereum RPC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DC8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Mission-Critical Real-Time Systems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8A9D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Systems / RTOS Dev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FreeRTOS  ·  STM32  ·  Tracealyzer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601968"/>
            <a:ext cx="11247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Elective Courses  ·  Holon Institute of Technology  ·  hitspecs.apartsin.com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2026-07-26T09:16:06Z</dcterms:created>
  <dcterms:modified xsi:type="dcterms:W3CDTF">2026-07-26T09:16:06Z</dcterms:modified>
</cp:coreProperties>
</file>