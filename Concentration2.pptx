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62" r:id="rId5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0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79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3DDD30-EA8E-459F-AE9C-94E858DCA95B}" type="doc">
      <dgm:prSet loTypeId="urn:microsoft.com/office/officeart/2005/8/layout/default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IL"/>
        </a:p>
      </dgm:t>
    </dgm:pt>
    <dgm:pt modelId="{1A223E1B-F43B-48E9-A6BC-14A271B78629}">
      <dgm:prSet/>
      <dgm:spPr/>
      <dgm:t>
        <a:bodyPr/>
        <a:lstStyle/>
        <a:p>
          <a:r>
            <a:rPr lang="en-US" dirty="0"/>
            <a:t>1. </a:t>
          </a:r>
          <a:r>
            <a:rPr lang="en-US" b="1" dirty="0"/>
            <a:t>Job role-oriented</a:t>
          </a:r>
          <a:endParaRPr lang="en-IL" b="1" dirty="0"/>
        </a:p>
      </dgm:t>
    </dgm:pt>
    <dgm:pt modelId="{F92A83A3-1DFB-4603-884B-5F8ADBE76D26}" type="parTrans" cxnId="{D731C0EB-8772-4419-938B-D9E053DCF4EB}">
      <dgm:prSet/>
      <dgm:spPr/>
      <dgm:t>
        <a:bodyPr/>
        <a:lstStyle/>
        <a:p>
          <a:endParaRPr lang="en-IL"/>
        </a:p>
      </dgm:t>
    </dgm:pt>
    <dgm:pt modelId="{C6015BC5-8A86-40F4-93EA-0A120BC2A1DF}" type="sibTrans" cxnId="{D731C0EB-8772-4419-938B-D9E053DCF4EB}">
      <dgm:prSet/>
      <dgm:spPr/>
      <dgm:t>
        <a:bodyPr/>
        <a:lstStyle/>
        <a:p>
          <a:endParaRPr lang="en-IL"/>
        </a:p>
      </dgm:t>
    </dgm:pt>
    <dgm:pt modelId="{C1AEF406-9293-448B-B59C-FB8760032A60}">
      <dgm:prSet/>
      <dgm:spPr/>
      <dgm:t>
        <a:bodyPr/>
        <a:lstStyle/>
        <a:p>
          <a:r>
            <a:rPr lang="en-US" dirty="0"/>
            <a:t>A sequence of </a:t>
          </a:r>
          <a:r>
            <a:rPr lang="en-US" b="1" dirty="0"/>
            <a:t>8</a:t>
          </a:r>
          <a:r>
            <a:rPr lang="en-US" dirty="0"/>
            <a:t> </a:t>
          </a:r>
          <a:r>
            <a:rPr lang="en-US" b="1" dirty="0"/>
            <a:t>core courses </a:t>
          </a:r>
          <a:r>
            <a:rPr lang="en-US" dirty="0"/>
            <a:t>to prepare students for </a:t>
          </a:r>
          <a:r>
            <a:rPr lang="en-US" b="1" dirty="0"/>
            <a:t>target job roles</a:t>
          </a:r>
          <a:endParaRPr lang="en-IL" b="1" dirty="0"/>
        </a:p>
      </dgm:t>
    </dgm:pt>
    <dgm:pt modelId="{EE2AFAB2-56BD-4F2A-B600-B927DDF5B64C}" type="parTrans" cxnId="{61208BAF-CCDE-4932-B2C5-E57261E281C4}">
      <dgm:prSet/>
      <dgm:spPr/>
      <dgm:t>
        <a:bodyPr/>
        <a:lstStyle/>
        <a:p>
          <a:endParaRPr lang="en-IL"/>
        </a:p>
      </dgm:t>
    </dgm:pt>
    <dgm:pt modelId="{A5117EE9-0178-4C4E-B462-F02E229FDA4F}" type="sibTrans" cxnId="{61208BAF-CCDE-4932-B2C5-E57261E281C4}">
      <dgm:prSet/>
      <dgm:spPr/>
      <dgm:t>
        <a:bodyPr/>
        <a:lstStyle/>
        <a:p>
          <a:endParaRPr lang="en-IL"/>
        </a:p>
      </dgm:t>
    </dgm:pt>
    <dgm:pt modelId="{BB750BD8-D6FA-4969-9AE6-8732F0E1D974}">
      <dgm:prSet/>
      <dgm:spPr/>
      <dgm:t>
        <a:bodyPr/>
        <a:lstStyle/>
        <a:p>
          <a:r>
            <a:rPr lang="en-US" dirty="0"/>
            <a:t>2. </a:t>
          </a:r>
          <a:r>
            <a:rPr lang="en-US" b="1" dirty="0"/>
            <a:t>Structured progression</a:t>
          </a:r>
          <a:endParaRPr lang="en-IL" b="1" dirty="0"/>
        </a:p>
      </dgm:t>
    </dgm:pt>
    <dgm:pt modelId="{6CC81291-78CE-4F96-8A16-F53365E965DA}" type="parTrans" cxnId="{29A94050-519B-4492-8907-7F9F5DA1E98B}">
      <dgm:prSet/>
      <dgm:spPr/>
      <dgm:t>
        <a:bodyPr/>
        <a:lstStyle/>
        <a:p>
          <a:endParaRPr lang="en-IL"/>
        </a:p>
      </dgm:t>
    </dgm:pt>
    <dgm:pt modelId="{E0EE5776-9672-4BCD-9E7F-9463F4027BD6}" type="sibTrans" cxnId="{29A94050-519B-4492-8907-7F9F5DA1E98B}">
      <dgm:prSet/>
      <dgm:spPr/>
      <dgm:t>
        <a:bodyPr/>
        <a:lstStyle/>
        <a:p>
          <a:endParaRPr lang="en-IL"/>
        </a:p>
      </dgm:t>
    </dgm:pt>
    <dgm:pt modelId="{CB803B9F-0759-428D-AB1E-A7BD6F7F8C91}">
      <dgm:prSet/>
      <dgm:spPr/>
      <dgm:t>
        <a:bodyPr/>
        <a:lstStyle/>
        <a:p>
          <a:r>
            <a:rPr lang="en-US" dirty="0"/>
            <a:t>Advanced courses may </a:t>
          </a:r>
          <a:r>
            <a:rPr lang="en-US" b="1" dirty="0"/>
            <a:t>depend</a:t>
          </a:r>
          <a:r>
            <a:rPr lang="en-US" dirty="0"/>
            <a:t> on earlier concentration courses</a:t>
          </a:r>
          <a:endParaRPr lang="en-IL" dirty="0"/>
        </a:p>
      </dgm:t>
    </dgm:pt>
    <dgm:pt modelId="{8C6F287E-2852-4DD8-8900-AFA3D1A6F929}" type="parTrans" cxnId="{6CC39CDA-951D-4D8A-A511-731027A608EF}">
      <dgm:prSet/>
      <dgm:spPr/>
      <dgm:t>
        <a:bodyPr/>
        <a:lstStyle/>
        <a:p>
          <a:endParaRPr lang="en-IL"/>
        </a:p>
      </dgm:t>
    </dgm:pt>
    <dgm:pt modelId="{41F4CA60-499C-4D6D-B618-B270FBDA9E13}" type="sibTrans" cxnId="{6CC39CDA-951D-4D8A-A511-731027A608EF}">
      <dgm:prSet/>
      <dgm:spPr/>
      <dgm:t>
        <a:bodyPr/>
        <a:lstStyle/>
        <a:p>
          <a:endParaRPr lang="en-IL"/>
        </a:p>
      </dgm:t>
    </dgm:pt>
    <dgm:pt modelId="{E913C2BE-9235-453F-AC40-1346ABBB610A}">
      <dgm:prSet/>
      <dgm:spPr/>
      <dgm:t>
        <a:bodyPr/>
        <a:lstStyle/>
        <a:p>
          <a:r>
            <a:rPr lang="en-US" dirty="0"/>
            <a:t>3. </a:t>
          </a:r>
          <a:r>
            <a:rPr lang="en-US" b="1" dirty="0"/>
            <a:t>Portfolio-driven</a:t>
          </a:r>
          <a:endParaRPr lang="en-IL" b="1" dirty="0"/>
        </a:p>
      </dgm:t>
    </dgm:pt>
    <dgm:pt modelId="{CC9BA41D-1EEB-4CC9-B65B-87696A5C712D}" type="parTrans" cxnId="{DA4DB0D5-8995-4A4A-AB69-12F5BC54F528}">
      <dgm:prSet/>
      <dgm:spPr/>
      <dgm:t>
        <a:bodyPr/>
        <a:lstStyle/>
        <a:p>
          <a:endParaRPr lang="en-IL"/>
        </a:p>
      </dgm:t>
    </dgm:pt>
    <dgm:pt modelId="{E8C4F06B-7F78-4264-A994-8D3313E0E35B}" type="sibTrans" cxnId="{DA4DB0D5-8995-4A4A-AB69-12F5BC54F528}">
      <dgm:prSet/>
      <dgm:spPr/>
      <dgm:t>
        <a:bodyPr/>
        <a:lstStyle/>
        <a:p>
          <a:endParaRPr lang="en-IL"/>
        </a:p>
      </dgm:t>
    </dgm:pt>
    <dgm:pt modelId="{BAB95CF5-64D5-4487-B864-3C95A2338BB3}">
      <dgm:prSet/>
      <dgm:spPr/>
      <dgm:t>
        <a:bodyPr/>
        <a:lstStyle/>
        <a:p>
          <a:r>
            <a:rPr lang="en-US" dirty="0"/>
            <a:t>A </a:t>
          </a:r>
          <a:r>
            <a:rPr lang="en-US" b="1" dirty="0"/>
            <a:t>guided</a:t>
          </a:r>
          <a:r>
            <a:rPr lang="en-US" dirty="0"/>
            <a:t> effort to help students build a strong </a:t>
          </a:r>
          <a:r>
            <a:rPr lang="en-US" b="1" dirty="0"/>
            <a:t>project portfolio</a:t>
          </a:r>
          <a:endParaRPr lang="en-IL" b="1" dirty="0"/>
        </a:p>
      </dgm:t>
    </dgm:pt>
    <dgm:pt modelId="{154E203C-9FBF-4DED-A7A6-84759FFCA09C}" type="parTrans" cxnId="{36918994-F69C-47FE-9A95-41D07C3457CE}">
      <dgm:prSet/>
      <dgm:spPr/>
      <dgm:t>
        <a:bodyPr/>
        <a:lstStyle/>
        <a:p>
          <a:endParaRPr lang="en-IL"/>
        </a:p>
      </dgm:t>
    </dgm:pt>
    <dgm:pt modelId="{6EACC3CC-DE38-44C3-BFCF-6B20E12EAA06}" type="sibTrans" cxnId="{36918994-F69C-47FE-9A95-41D07C3457CE}">
      <dgm:prSet/>
      <dgm:spPr/>
      <dgm:t>
        <a:bodyPr/>
        <a:lstStyle/>
        <a:p>
          <a:endParaRPr lang="en-IL"/>
        </a:p>
      </dgm:t>
    </dgm:pt>
    <dgm:pt modelId="{7AE1DEA4-19D0-4AC1-BC7F-F42193F01FFF}">
      <dgm:prSet/>
      <dgm:spPr/>
      <dgm:t>
        <a:bodyPr/>
        <a:lstStyle/>
        <a:p>
          <a:r>
            <a:rPr lang="en-US" dirty="0"/>
            <a:t>4. </a:t>
          </a:r>
          <a:r>
            <a:rPr lang="en-US" b="1" dirty="0"/>
            <a:t>Academic depth with tools</a:t>
          </a:r>
          <a:endParaRPr lang="en-IL" b="1" dirty="0"/>
        </a:p>
      </dgm:t>
    </dgm:pt>
    <dgm:pt modelId="{ADD171CC-F2F9-4C87-9978-6894BE6E3978}" type="parTrans" cxnId="{B3095A19-8DA0-4C7A-8348-88F0170A42CC}">
      <dgm:prSet/>
      <dgm:spPr/>
      <dgm:t>
        <a:bodyPr/>
        <a:lstStyle/>
        <a:p>
          <a:endParaRPr lang="en-IL"/>
        </a:p>
      </dgm:t>
    </dgm:pt>
    <dgm:pt modelId="{084C1E8B-4367-49EE-B973-3E4DA5703DCE}" type="sibTrans" cxnId="{B3095A19-8DA0-4C7A-8348-88F0170A42CC}">
      <dgm:prSet/>
      <dgm:spPr/>
      <dgm:t>
        <a:bodyPr/>
        <a:lstStyle/>
        <a:p>
          <a:endParaRPr lang="en-IL"/>
        </a:p>
      </dgm:t>
    </dgm:pt>
    <dgm:pt modelId="{99C8C3C8-666F-42A2-AEAE-9FC68E739ACB}">
      <dgm:prSet/>
      <dgm:spPr/>
      <dgm:t>
        <a:bodyPr/>
        <a:lstStyle/>
        <a:p>
          <a:r>
            <a:rPr lang="en-US" b="1" dirty="0"/>
            <a:t>6. Core course reuse</a:t>
          </a:r>
          <a:endParaRPr lang="en-IL" b="1" dirty="0"/>
        </a:p>
      </dgm:t>
    </dgm:pt>
    <dgm:pt modelId="{0809AD37-35ED-4740-B263-DF042EAFFB2F}" type="parTrans" cxnId="{82532B28-5F74-4011-AFD6-B50FCE818441}">
      <dgm:prSet/>
      <dgm:spPr/>
      <dgm:t>
        <a:bodyPr/>
        <a:lstStyle/>
        <a:p>
          <a:endParaRPr lang="en-IL"/>
        </a:p>
      </dgm:t>
    </dgm:pt>
    <dgm:pt modelId="{5381F1EB-3297-4AB9-963D-70FAAEB59111}" type="sibTrans" cxnId="{82532B28-5F74-4011-AFD6-B50FCE818441}">
      <dgm:prSet/>
      <dgm:spPr/>
      <dgm:t>
        <a:bodyPr/>
        <a:lstStyle/>
        <a:p>
          <a:endParaRPr lang="en-IL"/>
        </a:p>
      </dgm:t>
    </dgm:pt>
    <dgm:pt modelId="{335F5668-6D7D-4A3B-8717-8055DCB54731}">
      <dgm:prSet/>
      <dgm:spPr/>
      <dgm:t>
        <a:bodyPr/>
        <a:lstStyle/>
        <a:p>
          <a:r>
            <a:rPr lang="en-US" dirty="0"/>
            <a:t>Deepen students’ expertise beyond core concentration courses:</a:t>
          </a:r>
          <a:endParaRPr lang="en-IL" dirty="0"/>
        </a:p>
      </dgm:t>
    </dgm:pt>
    <dgm:pt modelId="{8E1FDDE8-7967-4DBD-8245-7E669558FD5A}" type="parTrans" cxnId="{3A1FFB03-05D8-4F40-B94F-65D4857AFFF5}">
      <dgm:prSet/>
      <dgm:spPr/>
      <dgm:t>
        <a:bodyPr/>
        <a:lstStyle/>
        <a:p>
          <a:endParaRPr lang="en-IL"/>
        </a:p>
      </dgm:t>
    </dgm:pt>
    <dgm:pt modelId="{0DBEB66E-3A98-4ADB-A5D2-C71835F5A206}" type="sibTrans" cxnId="{3A1FFB03-05D8-4F40-B94F-65D4857AFFF5}">
      <dgm:prSet/>
      <dgm:spPr/>
      <dgm:t>
        <a:bodyPr/>
        <a:lstStyle/>
        <a:p>
          <a:endParaRPr lang="en-IL"/>
        </a:p>
      </dgm:t>
    </dgm:pt>
    <dgm:pt modelId="{37CFC38E-4B28-496C-B6AD-9770981409AA}">
      <dgm:prSet/>
      <dgm:spPr/>
      <dgm:t>
        <a:bodyPr/>
        <a:lstStyle/>
        <a:p>
          <a:r>
            <a:rPr lang="en-US" dirty="0"/>
            <a:t>Current </a:t>
          </a:r>
          <a:r>
            <a:rPr lang="en-US" b="1" dirty="0"/>
            <a:t>tools</a:t>
          </a:r>
          <a:r>
            <a:rPr lang="en-US" dirty="0"/>
            <a:t>, programming languages, and platforms</a:t>
          </a:r>
          <a:endParaRPr lang="en-IL" dirty="0"/>
        </a:p>
      </dgm:t>
    </dgm:pt>
    <dgm:pt modelId="{6BAEAD3D-0744-49C0-9D67-3B714B567B04}" type="parTrans" cxnId="{79D1542D-1D9D-487A-9CED-334FCA6F0DCC}">
      <dgm:prSet/>
      <dgm:spPr/>
      <dgm:t>
        <a:bodyPr/>
        <a:lstStyle/>
        <a:p>
          <a:endParaRPr lang="en-IL"/>
        </a:p>
      </dgm:t>
    </dgm:pt>
    <dgm:pt modelId="{278C71F4-D747-439D-A79E-0899CC51DC7D}" type="sibTrans" cxnId="{79D1542D-1D9D-487A-9CED-334FCA6F0DCC}">
      <dgm:prSet/>
      <dgm:spPr/>
      <dgm:t>
        <a:bodyPr/>
        <a:lstStyle/>
        <a:p>
          <a:endParaRPr lang="en-IL"/>
        </a:p>
      </dgm:t>
    </dgm:pt>
    <dgm:pt modelId="{891DE799-331A-4B93-AECF-814592864371}">
      <dgm:prSet/>
      <dgm:spPr/>
      <dgm:t>
        <a:bodyPr/>
        <a:lstStyle/>
        <a:p>
          <a:r>
            <a:rPr lang="en-US" dirty="0"/>
            <a:t>preparing them for </a:t>
          </a:r>
          <a:r>
            <a:rPr lang="en-US" b="1" dirty="0"/>
            <a:t>graduate</a:t>
          </a:r>
          <a:r>
            <a:rPr lang="en-US" dirty="0"/>
            <a:t> studies.</a:t>
          </a:r>
          <a:endParaRPr lang="en-IL" dirty="0"/>
        </a:p>
      </dgm:t>
    </dgm:pt>
    <dgm:pt modelId="{232880BF-CE73-4DDE-B4BE-EF8FD82ED185}" type="parTrans" cxnId="{BB3A20C0-B24C-4922-9E24-30151E35FDEA}">
      <dgm:prSet/>
      <dgm:spPr/>
      <dgm:t>
        <a:bodyPr/>
        <a:lstStyle/>
        <a:p>
          <a:endParaRPr lang="en-IL"/>
        </a:p>
      </dgm:t>
    </dgm:pt>
    <dgm:pt modelId="{0E7BC519-B440-438D-A1D5-B62A1ADDC1EA}" type="sibTrans" cxnId="{BB3A20C0-B24C-4922-9E24-30151E35FDEA}">
      <dgm:prSet/>
      <dgm:spPr/>
      <dgm:t>
        <a:bodyPr/>
        <a:lstStyle/>
        <a:p>
          <a:endParaRPr lang="en-IL"/>
        </a:p>
      </dgm:t>
    </dgm:pt>
    <dgm:pt modelId="{A25CC8AB-80D2-4217-A87D-CC6C0066F187}">
      <dgm:prSet/>
      <dgm:spPr/>
      <dgm:t>
        <a:bodyPr/>
        <a:lstStyle/>
        <a:p>
          <a:r>
            <a:rPr lang="en-US" dirty="0"/>
            <a:t>improving their fit for concentration </a:t>
          </a:r>
          <a:r>
            <a:rPr lang="en-US" b="1" dirty="0"/>
            <a:t>job  roles</a:t>
          </a:r>
          <a:endParaRPr lang="en-IL" b="1" dirty="0"/>
        </a:p>
      </dgm:t>
    </dgm:pt>
    <dgm:pt modelId="{11434ED7-0A1F-4B1B-B00E-27BEE494EE8B}" type="parTrans" cxnId="{688FBD2D-DF3A-4E5A-8703-C722626EFF94}">
      <dgm:prSet/>
      <dgm:spPr/>
      <dgm:t>
        <a:bodyPr/>
        <a:lstStyle/>
        <a:p>
          <a:endParaRPr lang="en-IL"/>
        </a:p>
      </dgm:t>
    </dgm:pt>
    <dgm:pt modelId="{D378FE55-1191-4116-B057-4B94C70AF0FC}" type="sibTrans" cxnId="{688FBD2D-DF3A-4E5A-8703-C722626EFF94}">
      <dgm:prSet/>
      <dgm:spPr/>
      <dgm:t>
        <a:bodyPr/>
        <a:lstStyle/>
        <a:p>
          <a:endParaRPr lang="en-IL"/>
        </a:p>
      </dgm:t>
    </dgm:pt>
    <dgm:pt modelId="{59C6E086-2F83-413A-BD97-CC0A25634B06}">
      <dgm:prSet/>
      <dgm:spPr/>
      <dgm:t>
        <a:bodyPr/>
        <a:lstStyle/>
        <a:p>
          <a:r>
            <a:rPr lang="en-US" b="1" dirty="0"/>
            <a:t>AI-assisted</a:t>
          </a:r>
          <a:r>
            <a:rPr lang="en-US" dirty="0"/>
            <a:t> development practices</a:t>
          </a:r>
          <a:endParaRPr lang="en-IL" dirty="0"/>
        </a:p>
      </dgm:t>
    </dgm:pt>
    <dgm:pt modelId="{29462135-C5EA-42A9-BCCC-FB811A4A077E}" type="parTrans" cxnId="{9D3D3C73-81BB-4D78-A106-24CFCBE6BA0E}">
      <dgm:prSet/>
      <dgm:spPr/>
      <dgm:t>
        <a:bodyPr/>
        <a:lstStyle/>
        <a:p>
          <a:endParaRPr lang="en-IL"/>
        </a:p>
      </dgm:t>
    </dgm:pt>
    <dgm:pt modelId="{7527BF23-DCF9-4E01-8752-CEC35CD95586}" type="sibTrans" cxnId="{9D3D3C73-81BB-4D78-A106-24CFCBE6BA0E}">
      <dgm:prSet/>
      <dgm:spPr/>
      <dgm:t>
        <a:bodyPr/>
        <a:lstStyle/>
        <a:p>
          <a:endParaRPr lang="en-IL"/>
        </a:p>
      </dgm:t>
    </dgm:pt>
    <dgm:pt modelId="{43BDA608-32F2-465C-BA42-4AC81DB4D00B}">
      <dgm:prSet/>
      <dgm:spPr/>
      <dgm:t>
        <a:bodyPr/>
        <a:lstStyle/>
        <a:p>
          <a:r>
            <a:rPr lang="en-US" dirty="0"/>
            <a:t>Combine rigorous academic foundations with:</a:t>
          </a:r>
          <a:endParaRPr lang="en-IL" dirty="0"/>
        </a:p>
      </dgm:t>
    </dgm:pt>
    <dgm:pt modelId="{B4427B3E-849A-4609-B9C4-63F049DEBDDC}" type="parTrans" cxnId="{F108C1DA-B6EE-4F38-92F2-0DB256F33846}">
      <dgm:prSet/>
      <dgm:spPr/>
      <dgm:t>
        <a:bodyPr/>
        <a:lstStyle/>
        <a:p>
          <a:endParaRPr lang="en-IL"/>
        </a:p>
      </dgm:t>
    </dgm:pt>
    <dgm:pt modelId="{BC987CE2-01A7-4007-A6E8-1965A8954475}" type="sibTrans" cxnId="{F108C1DA-B6EE-4F38-92F2-0DB256F33846}">
      <dgm:prSet/>
      <dgm:spPr/>
      <dgm:t>
        <a:bodyPr/>
        <a:lstStyle/>
        <a:p>
          <a:endParaRPr lang="en-IL"/>
        </a:p>
      </dgm:t>
    </dgm:pt>
    <dgm:pt modelId="{9A6A1DBA-B43A-44E1-8CAE-14A3B0892844}">
      <dgm:prSet/>
      <dgm:spPr/>
      <dgm:t>
        <a:bodyPr/>
        <a:lstStyle/>
        <a:p>
          <a:endParaRPr lang="en-IL" dirty="0"/>
        </a:p>
      </dgm:t>
    </dgm:pt>
    <dgm:pt modelId="{F56C898C-7E14-40FE-ADF9-06441DEFF1A2}" type="parTrans" cxnId="{43DED781-BEA2-4272-8FDF-09DAC9833AF9}">
      <dgm:prSet/>
      <dgm:spPr/>
      <dgm:t>
        <a:bodyPr/>
        <a:lstStyle/>
        <a:p>
          <a:endParaRPr lang="en-IL"/>
        </a:p>
      </dgm:t>
    </dgm:pt>
    <dgm:pt modelId="{680FBDA4-930A-4612-BDE6-685565B2F137}" type="sibTrans" cxnId="{43DED781-BEA2-4272-8FDF-09DAC9833AF9}">
      <dgm:prSet/>
      <dgm:spPr/>
      <dgm:t>
        <a:bodyPr/>
        <a:lstStyle/>
        <a:p>
          <a:endParaRPr lang="en-IL"/>
        </a:p>
      </dgm:t>
    </dgm:pt>
    <dgm:pt modelId="{BA721A8B-70E2-4A8C-980E-963E0F24E8E6}">
      <dgm:prSet/>
      <dgm:spPr/>
      <dgm:t>
        <a:bodyPr/>
        <a:lstStyle/>
        <a:p>
          <a:r>
            <a:rPr lang="en-US" dirty="0"/>
            <a:t>Give students a </a:t>
          </a:r>
          <a:r>
            <a:rPr lang="en-US" b="1" dirty="0"/>
            <a:t>complete toolbox </a:t>
          </a:r>
          <a:r>
            <a:rPr lang="en-US" dirty="0"/>
            <a:t>for the job role</a:t>
          </a:r>
          <a:endParaRPr lang="en-IL" dirty="0"/>
        </a:p>
      </dgm:t>
    </dgm:pt>
    <dgm:pt modelId="{F0C7392F-AD2E-40B1-8E70-62CBD0D7746B}" type="parTrans" cxnId="{83C090EA-42A0-42D3-A518-294656DBD86C}">
      <dgm:prSet/>
      <dgm:spPr/>
      <dgm:t>
        <a:bodyPr/>
        <a:lstStyle/>
        <a:p>
          <a:endParaRPr lang="en-IL"/>
        </a:p>
      </dgm:t>
    </dgm:pt>
    <dgm:pt modelId="{EB65D3EA-6A90-4CDB-A0DB-CB743DBE1B03}" type="sibTrans" cxnId="{83C090EA-42A0-42D3-A518-294656DBD86C}">
      <dgm:prSet/>
      <dgm:spPr/>
      <dgm:t>
        <a:bodyPr/>
        <a:lstStyle/>
        <a:p>
          <a:endParaRPr lang="en-IL"/>
        </a:p>
      </dgm:t>
    </dgm:pt>
    <dgm:pt modelId="{924CFA93-AE9F-4945-8798-40AA296455EB}">
      <dgm:prSet/>
      <dgm:spPr/>
      <dgm:t>
        <a:bodyPr/>
        <a:lstStyle/>
        <a:p>
          <a:endParaRPr lang="en-IL" dirty="0"/>
        </a:p>
      </dgm:t>
    </dgm:pt>
    <dgm:pt modelId="{19034A24-923D-4D22-9418-A45D66BA0911}" type="parTrans" cxnId="{F1CF4EDE-80BE-4B20-9B3C-D4B9D04D1500}">
      <dgm:prSet/>
      <dgm:spPr/>
      <dgm:t>
        <a:bodyPr/>
        <a:lstStyle/>
        <a:p>
          <a:endParaRPr lang="en-IL"/>
        </a:p>
      </dgm:t>
    </dgm:pt>
    <dgm:pt modelId="{244661C6-D5EE-479F-A102-CF39737E0AB3}" type="sibTrans" cxnId="{F1CF4EDE-80BE-4B20-9B3C-D4B9D04D1500}">
      <dgm:prSet/>
      <dgm:spPr/>
      <dgm:t>
        <a:bodyPr/>
        <a:lstStyle/>
        <a:p>
          <a:endParaRPr lang="en-IL"/>
        </a:p>
      </dgm:t>
    </dgm:pt>
    <dgm:pt modelId="{5B59BE42-FCEB-4C4D-BB6A-BFD559108C92}">
      <dgm:prSet/>
      <dgm:spPr/>
      <dgm:t>
        <a:bodyPr/>
        <a:lstStyle/>
        <a:p>
          <a:endParaRPr lang="en-IL" dirty="0"/>
        </a:p>
      </dgm:t>
    </dgm:pt>
    <dgm:pt modelId="{B6F4271B-6597-45C8-93AC-2057C0427CA8}" type="parTrans" cxnId="{796BCD3D-677D-4119-A027-DB4A8569E28A}">
      <dgm:prSet/>
      <dgm:spPr/>
      <dgm:t>
        <a:bodyPr/>
        <a:lstStyle/>
        <a:p>
          <a:endParaRPr lang="en-IL"/>
        </a:p>
      </dgm:t>
    </dgm:pt>
    <dgm:pt modelId="{C099AA85-2670-4F1E-8D6A-C41FF421D518}" type="sibTrans" cxnId="{796BCD3D-677D-4119-A027-DB4A8569E28A}">
      <dgm:prSet/>
      <dgm:spPr/>
      <dgm:t>
        <a:bodyPr/>
        <a:lstStyle/>
        <a:p>
          <a:endParaRPr lang="en-IL"/>
        </a:p>
      </dgm:t>
    </dgm:pt>
    <dgm:pt modelId="{165F413F-AD9C-40FC-A4D1-E4A5BCBF2274}">
      <dgm:prSet/>
      <dgm:spPr/>
      <dgm:t>
        <a:bodyPr/>
        <a:lstStyle/>
        <a:p>
          <a:endParaRPr lang="en-IL" dirty="0"/>
        </a:p>
      </dgm:t>
    </dgm:pt>
    <dgm:pt modelId="{570C6FD9-42AE-4CEF-9F7F-34507B4E3477}" type="parTrans" cxnId="{EC89A135-85FD-40AF-91BC-C1DA499BBF1C}">
      <dgm:prSet/>
      <dgm:spPr/>
      <dgm:t>
        <a:bodyPr/>
        <a:lstStyle/>
        <a:p>
          <a:endParaRPr lang="en-IL"/>
        </a:p>
      </dgm:t>
    </dgm:pt>
    <dgm:pt modelId="{7A1EED31-7A55-4925-BD2F-AE49FCBF4077}" type="sibTrans" cxnId="{EC89A135-85FD-40AF-91BC-C1DA499BBF1C}">
      <dgm:prSet/>
      <dgm:spPr/>
      <dgm:t>
        <a:bodyPr/>
        <a:lstStyle/>
        <a:p>
          <a:endParaRPr lang="en-IL"/>
        </a:p>
      </dgm:t>
    </dgm:pt>
    <dgm:pt modelId="{788BCCE5-D06B-47BA-984C-FBFF58E337A1}">
      <dgm:prSet/>
      <dgm:spPr/>
      <dgm:t>
        <a:bodyPr/>
        <a:lstStyle/>
        <a:p>
          <a:r>
            <a:rPr lang="en-US" dirty="0"/>
            <a:t>PBL stresses project depth and </a:t>
          </a:r>
          <a:r>
            <a:rPr lang="en-US" b="1" dirty="0"/>
            <a:t>demonstrable artifacts</a:t>
          </a:r>
          <a:endParaRPr lang="en-IL" b="1" dirty="0"/>
        </a:p>
      </dgm:t>
    </dgm:pt>
    <dgm:pt modelId="{A0E288EB-4CD2-452A-B107-04CD73E6437D}" type="parTrans" cxnId="{55543AFF-BEE4-4583-B407-475E4184FF3B}">
      <dgm:prSet/>
      <dgm:spPr/>
      <dgm:t>
        <a:bodyPr/>
        <a:lstStyle/>
        <a:p>
          <a:endParaRPr lang="en-IL"/>
        </a:p>
      </dgm:t>
    </dgm:pt>
    <dgm:pt modelId="{F625F704-0C7F-41C6-9667-919E44AD02EE}" type="sibTrans" cxnId="{55543AFF-BEE4-4583-B407-475E4184FF3B}">
      <dgm:prSet/>
      <dgm:spPr/>
      <dgm:t>
        <a:bodyPr/>
        <a:lstStyle/>
        <a:p>
          <a:endParaRPr lang="en-IL"/>
        </a:p>
      </dgm:t>
    </dgm:pt>
    <dgm:pt modelId="{F583EBAF-FB8C-4399-ACC7-5A626732615D}">
      <dgm:prSet/>
      <dgm:spPr/>
      <dgm:t>
        <a:bodyPr/>
        <a:lstStyle/>
        <a:p>
          <a:endParaRPr lang="en-IL" dirty="0"/>
        </a:p>
      </dgm:t>
    </dgm:pt>
    <dgm:pt modelId="{24836899-522B-410B-8506-7615531A7B7F}" type="parTrans" cxnId="{52C58E93-22F0-48B4-BAE2-CD6FF12001B3}">
      <dgm:prSet/>
      <dgm:spPr/>
      <dgm:t>
        <a:bodyPr/>
        <a:lstStyle/>
        <a:p>
          <a:endParaRPr lang="en-IL"/>
        </a:p>
      </dgm:t>
    </dgm:pt>
    <dgm:pt modelId="{B25ACDDC-145F-40F7-A6BE-86B43B2F0612}" type="sibTrans" cxnId="{52C58E93-22F0-48B4-BAE2-CD6FF12001B3}">
      <dgm:prSet/>
      <dgm:spPr/>
      <dgm:t>
        <a:bodyPr/>
        <a:lstStyle/>
        <a:p>
          <a:endParaRPr lang="en-IL"/>
        </a:p>
      </dgm:t>
    </dgm:pt>
    <dgm:pt modelId="{55499236-FD61-4F62-8FC3-EE918CD274D8}">
      <dgm:prSet/>
      <dgm:spPr/>
      <dgm:t>
        <a:bodyPr/>
        <a:lstStyle/>
        <a:p>
          <a:endParaRPr lang="en-IL" dirty="0"/>
        </a:p>
      </dgm:t>
    </dgm:pt>
    <dgm:pt modelId="{993BA20D-BA64-4D47-9372-0630E35E130A}" type="parTrans" cxnId="{51C60E4B-2CBD-4FC3-B780-94530E1B162E}">
      <dgm:prSet/>
      <dgm:spPr/>
      <dgm:t>
        <a:bodyPr/>
        <a:lstStyle/>
        <a:p>
          <a:endParaRPr lang="en-IL"/>
        </a:p>
      </dgm:t>
    </dgm:pt>
    <dgm:pt modelId="{0D63AD87-3D2C-45EC-BEB9-C9D46E32C958}" type="sibTrans" cxnId="{51C60E4B-2CBD-4FC3-B780-94530E1B162E}">
      <dgm:prSet/>
      <dgm:spPr/>
      <dgm:t>
        <a:bodyPr/>
        <a:lstStyle/>
        <a:p>
          <a:endParaRPr lang="en-IL"/>
        </a:p>
      </dgm:t>
    </dgm:pt>
    <dgm:pt modelId="{4AB29B48-EF03-4AD3-A056-6B04733181DA}">
      <dgm:prSet/>
      <dgm:spPr/>
      <dgm:t>
        <a:bodyPr/>
        <a:lstStyle/>
        <a:p>
          <a:r>
            <a:rPr lang="en-US" dirty="0"/>
            <a:t>Avoid conceptual redundancy, best use of </a:t>
          </a:r>
          <a:r>
            <a:rPr lang="en-US" b="1" dirty="0"/>
            <a:t>limited time</a:t>
          </a:r>
          <a:endParaRPr lang="en-IL" b="1" dirty="0"/>
        </a:p>
      </dgm:t>
    </dgm:pt>
    <dgm:pt modelId="{98CB9A29-19B8-4052-BCF9-9C6581CDC7EE}" type="parTrans" cxnId="{EAA6DBEC-936A-4BA4-8AC5-1FD15B693C1A}">
      <dgm:prSet/>
      <dgm:spPr/>
      <dgm:t>
        <a:bodyPr/>
        <a:lstStyle/>
        <a:p>
          <a:endParaRPr lang="en-IL"/>
        </a:p>
      </dgm:t>
    </dgm:pt>
    <dgm:pt modelId="{12B71100-9877-4690-88F3-D9D5B3DBC725}" type="sibTrans" cxnId="{EAA6DBEC-936A-4BA4-8AC5-1FD15B693C1A}">
      <dgm:prSet/>
      <dgm:spPr/>
      <dgm:t>
        <a:bodyPr/>
        <a:lstStyle/>
        <a:p>
          <a:endParaRPr lang="en-IL"/>
        </a:p>
      </dgm:t>
    </dgm:pt>
    <dgm:pt modelId="{690E4CA3-71F0-4398-B5D9-4B45065761C0}">
      <dgm:prSet/>
      <dgm:spPr/>
      <dgm:t>
        <a:bodyPr/>
        <a:lstStyle/>
        <a:p>
          <a:r>
            <a:rPr lang="en-US"/>
            <a:t>5. </a:t>
          </a:r>
          <a:r>
            <a:rPr lang="en-US" b="1"/>
            <a:t>Enrichment electives </a:t>
          </a:r>
          <a:endParaRPr lang="en-IL" b="1" dirty="0"/>
        </a:p>
      </dgm:t>
    </dgm:pt>
    <dgm:pt modelId="{46D7CB1A-CE6F-4541-B6D2-0FC47A7DFA85}" type="parTrans" cxnId="{E739B009-2052-435C-B214-E600F1E2E4E2}">
      <dgm:prSet/>
      <dgm:spPr/>
      <dgm:t>
        <a:bodyPr/>
        <a:lstStyle/>
        <a:p>
          <a:endParaRPr lang="en-IL"/>
        </a:p>
      </dgm:t>
    </dgm:pt>
    <dgm:pt modelId="{D133AB4D-3E11-467A-9B5D-E673140A5061}" type="sibTrans" cxnId="{E739B009-2052-435C-B214-E600F1E2E4E2}">
      <dgm:prSet/>
      <dgm:spPr/>
      <dgm:t>
        <a:bodyPr/>
        <a:lstStyle/>
        <a:p>
          <a:endParaRPr lang="en-IL"/>
        </a:p>
      </dgm:t>
    </dgm:pt>
    <dgm:pt modelId="{AA4CCC8A-544E-46D3-A6AD-22A090937FE0}">
      <dgm:prSet/>
      <dgm:spPr/>
      <dgm:t>
        <a:bodyPr/>
        <a:lstStyle/>
        <a:p>
          <a:r>
            <a:rPr lang="en-US" b="0" dirty="0"/>
            <a:t>Core courses should be a “flagship,” high-quality, comprehensive, current tech and trend updated project-based courses</a:t>
          </a:r>
          <a:endParaRPr lang="en-IL" b="0" dirty="0"/>
        </a:p>
      </dgm:t>
    </dgm:pt>
    <dgm:pt modelId="{1A60FDE3-4016-4204-9BF0-1305A4A4E53F}" type="parTrans" cxnId="{513E6472-3B63-439D-B828-D956FC453602}">
      <dgm:prSet/>
      <dgm:spPr/>
      <dgm:t>
        <a:bodyPr/>
        <a:lstStyle/>
        <a:p>
          <a:endParaRPr lang="en-IL"/>
        </a:p>
      </dgm:t>
    </dgm:pt>
    <dgm:pt modelId="{5B856891-10BA-490C-9E72-50F72A7648E8}" type="sibTrans" cxnId="{513E6472-3B63-439D-B828-D956FC453602}">
      <dgm:prSet/>
      <dgm:spPr/>
      <dgm:t>
        <a:bodyPr/>
        <a:lstStyle/>
        <a:p>
          <a:endParaRPr lang="en-IL"/>
        </a:p>
      </dgm:t>
    </dgm:pt>
    <dgm:pt modelId="{3D09D3C0-A7F9-44BC-B605-A558007F4E6C}">
      <dgm:prSet/>
      <dgm:spPr/>
      <dgm:t>
        <a:bodyPr/>
        <a:lstStyle/>
        <a:p>
          <a:r>
            <a:rPr lang="en-US" b="0" dirty="0"/>
            <a:t>Some core courses are shared between concentrations</a:t>
          </a:r>
          <a:endParaRPr lang="en-IL" b="0" dirty="0"/>
        </a:p>
      </dgm:t>
    </dgm:pt>
    <dgm:pt modelId="{04E38B9B-15FD-47C2-AA4A-589C6D095207}" type="parTrans" cxnId="{4EBA90C3-7DA5-4762-B66C-E4E09D04207C}">
      <dgm:prSet/>
      <dgm:spPr/>
      <dgm:t>
        <a:bodyPr/>
        <a:lstStyle/>
        <a:p>
          <a:endParaRPr lang="en-IL"/>
        </a:p>
      </dgm:t>
    </dgm:pt>
    <dgm:pt modelId="{D984C356-F394-46A1-8FB8-EFB2BD1D4B33}" type="sibTrans" cxnId="{4EBA90C3-7DA5-4762-B66C-E4E09D04207C}">
      <dgm:prSet/>
      <dgm:spPr/>
      <dgm:t>
        <a:bodyPr/>
        <a:lstStyle/>
        <a:p>
          <a:endParaRPr lang="en-IL"/>
        </a:p>
      </dgm:t>
    </dgm:pt>
    <dgm:pt modelId="{41C3563B-D257-4965-BEAB-B63545E6C669}">
      <dgm:prSet/>
      <dgm:spPr/>
      <dgm:t>
        <a:bodyPr/>
        <a:lstStyle/>
        <a:p>
          <a:endParaRPr lang="en-IL" b="0" dirty="0"/>
        </a:p>
      </dgm:t>
    </dgm:pt>
    <dgm:pt modelId="{BB044B81-99E0-4831-A6F8-B7704B1365D8}" type="parTrans" cxnId="{60687F34-35F4-461B-BB1C-19C8E42182EA}">
      <dgm:prSet/>
      <dgm:spPr/>
      <dgm:t>
        <a:bodyPr/>
        <a:lstStyle/>
        <a:p>
          <a:endParaRPr lang="en-IL"/>
        </a:p>
      </dgm:t>
    </dgm:pt>
    <dgm:pt modelId="{492D1102-1C8C-451C-A0A0-03134D09F439}" type="sibTrans" cxnId="{60687F34-35F4-461B-BB1C-19C8E42182EA}">
      <dgm:prSet/>
      <dgm:spPr/>
      <dgm:t>
        <a:bodyPr/>
        <a:lstStyle/>
        <a:p>
          <a:endParaRPr lang="en-IL"/>
        </a:p>
      </dgm:t>
    </dgm:pt>
    <dgm:pt modelId="{217C3E5F-2348-4710-B6C1-FE44E07C5867}" type="pres">
      <dgm:prSet presAssocID="{603DDD30-EA8E-459F-AE9C-94E858DCA95B}" presName="diagram" presStyleCnt="0">
        <dgm:presLayoutVars>
          <dgm:dir/>
          <dgm:resizeHandles val="exact"/>
        </dgm:presLayoutVars>
      </dgm:prSet>
      <dgm:spPr/>
    </dgm:pt>
    <dgm:pt modelId="{1F32FB19-C1A9-4BE8-BC7C-C473E746DB8D}" type="pres">
      <dgm:prSet presAssocID="{1A223E1B-F43B-48E9-A6BC-14A271B78629}" presName="node" presStyleLbl="node1" presStyleIdx="0" presStyleCnt="6">
        <dgm:presLayoutVars>
          <dgm:bulletEnabled val="1"/>
        </dgm:presLayoutVars>
      </dgm:prSet>
      <dgm:spPr/>
    </dgm:pt>
    <dgm:pt modelId="{23DDA48F-4C97-428D-BF71-5946551C49D8}" type="pres">
      <dgm:prSet presAssocID="{C6015BC5-8A86-40F4-93EA-0A120BC2A1DF}" presName="sibTrans" presStyleCnt="0"/>
      <dgm:spPr/>
    </dgm:pt>
    <dgm:pt modelId="{E85B7754-5A3D-45E8-AD41-0035230B1DF5}" type="pres">
      <dgm:prSet presAssocID="{BB750BD8-D6FA-4969-9AE6-8732F0E1D974}" presName="node" presStyleLbl="node1" presStyleIdx="1" presStyleCnt="6">
        <dgm:presLayoutVars>
          <dgm:bulletEnabled val="1"/>
        </dgm:presLayoutVars>
      </dgm:prSet>
      <dgm:spPr/>
    </dgm:pt>
    <dgm:pt modelId="{45AC9C35-CCA1-4601-BD71-ED4BCCE2ED3F}" type="pres">
      <dgm:prSet presAssocID="{E0EE5776-9672-4BCD-9E7F-9463F4027BD6}" presName="sibTrans" presStyleCnt="0"/>
      <dgm:spPr/>
    </dgm:pt>
    <dgm:pt modelId="{AB3F0CA7-7F3E-4222-9F51-E400A8CD9DF0}" type="pres">
      <dgm:prSet presAssocID="{E913C2BE-9235-453F-AC40-1346ABBB610A}" presName="node" presStyleLbl="node1" presStyleIdx="2" presStyleCnt="6">
        <dgm:presLayoutVars>
          <dgm:bulletEnabled val="1"/>
        </dgm:presLayoutVars>
      </dgm:prSet>
      <dgm:spPr/>
    </dgm:pt>
    <dgm:pt modelId="{61CD1857-01CC-451C-BCF1-6FBE7CBF14DC}" type="pres">
      <dgm:prSet presAssocID="{E8C4F06B-7F78-4264-A994-8D3313E0E35B}" presName="sibTrans" presStyleCnt="0"/>
      <dgm:spPr/>
    </dgm:pt>
    <dgm:pt modelId="{96573516-EDD2-4FB1-94B4-4AFF0CCC8726}" type="pres">
      <dgm:prSet presAssocID="{7AE1DEA4-19D0-4AC1-BC7F-F42193F01FFF}" presName="node" presStyleLbl="node1" presStyleIdx="3" presStyleCnt="6">
        <dgm:presLayoutVars>
          <dgm:bulletEnabled val="1"/>
        </dgm:presLayoutVars>
      </dgm:prSet>
      <dgm:spPr/>
    </dgm:pt>
    <dgm:pt modelId="{2CD61610-AF8C-4B8B-97B2-61E420A0DF18}" type="pres">
      <dgm:prSet presAssocID="{084C1E8B-4367-49EE-B973-3E4DA5703DCE}" presName="sibTrans" presStyleCnt="0"/>
      <dgm:spPr/>
    </dgm:pt>
    <dgm:pt modelId="{D65C68C9-9351-41CD-94DE-56725CD9A885}" type="pres">
      <dgm:prSet presAssocID="{99C8C3C8-666F-42A2-AEAE-9FC68E739ACB}" presName="node" presStyleLbl="node1" presStyleIdx="4" presStyleCnt="6">
        <dgm:presLayoutVars>
          <dgm:bulletEnabled val="1"/>
        </dgm:presLayoutVars>
      </dgm:prSet>
      <dgm:spPr/>
    </dgm:pt>
    <dgm:pt modelId="{E428A010-DDAB-4BA7-9F28-1D84EEB60CC4}" type="pres">
      <dgm:prSet presAssocID="{5381F1EB-3297-4AB9-963D-70FAAEB59111}" presName="sibTrans" presStyleCnt="0"/>
      <dgm:spPr/>
    </dgm:pt>
    <dgm:pt modelId="{74D3D2A9-8F3B-4AF0-9C06-D62AE7D64DC9}" type="pres">
      <dgm:prSet presAssocID="{690E4CA3-71F0-4398-B5D9-4B45065761C0}" presName="node" presStyleLbl="node1" presStyleIdx="5" presStyleCnt="6">
        <dgm:presLayoutVars>
          <dgm:bulletEnabled val="1"/>
        </dgm:presLayoutVars>
      </dgm:prSet>
      <dgm:spPr/>
    </dgm:pt>
  </dgm:ptLst>
  <dgm:cxnLst>
    <dgm:cxn modelId="{3A1FFB03-05D8-4F40-B94F-65D4857AFFF5}" srcId="{690E4CA3-71F0-4398-B5D9-4B45065761C0}" destId="{335F5668-6D7D-4A3B-8717-8055DCB54731}" srcOrd="0" destOrd="0" parTransId="{8E1FDDE8-7967-4DBD-8245-7E669558FD5A}" sibTransId="{0DBEB66E-3A98-4ADB-A5D2-C71835F5A206}"/>
    <dgm:cxn modelId="{E739B009-2052-435C-B214-E600F1E2E4E2}" srcId="{603DDD30-EA8E-459F-AE9C-94E858DCA95B}" destId="{690E4CA3-71F0-4398-B5D9-4B45065761C0}" srcOrd="5" destOrd="0" parTransId="{46D7CB1A-CE6F-4541-B6D2-0FC47A7DFA85}" sibTransId="{D133AB4D-3E11-467A-9B5D-E673140A5061}"/>
    <dgm:cxn modelId="{1FEB0015-636A-4044-BBC0-283286C1CB4A}" type="presOf" srcId="{AA4CCC8A-544E-46D3-A6AD-22A090937FE0}" destId="{D65C68C9-9351-41CD-94DE-56725CD9A885}" srcOrd="0" destOrd="1" presId="urn:microsoft.com/office/officeart/2005/8/layout/default"/>
    <dgm:cxn modelId="{B3095A19-8DA0-4C7A-8348-88F0170A42CC}" srcId="{603DDD30-EA8E-459F-AE9C-94E858DCA95B}" destId="{7AE1DEA4-19D0-4AC1-BC7F-F42193F01FFF}" srcOrd="3" destOrd="0" parTransId="{ADD171CC-F2F9-4C87-9978-6894BE6E3978}" sibTransId="{084C1E8B-4367-49EE-B973-3E4DA5703DCE}"/>
    <dgm:cxn modelId="{8281EF1A-913F-4002-B2D1-C1C630BE3C42}" type="presOf" srcId="{59C6E086-2F83-413A-BD97-CC0A25634B06}" destId="{96573516-EDD2-4FB1-94B4-4AFF0CCC8726}" srcOrd="0" destOrd="4" presId="urn:microsoft.com/office/officeart/2005/8/layout/default"/>
    <dgm:cxn modelId="{85E61825-D545-4745-B71C-197853EBEF87}" type="presOf" srcId="{99C8C3C8-666F-42A2-AEAE-9FC68E739ACB}" destId="{D65C68C9-9351-41CD-94DE-56725CD9A885}" srcOrd="0" destOrd="0" presId="urn:microsoft.com/office/officeart/2005/8/layout/default"/>
    <dgm:cxn modelId="{82532B28-5F74-4011-AFD6-B50FCE818441}" srcId="{603DDD30-EA8E-459F-AE9C-94E858DCA95B}" destId="{99C8C3C8-666F-42A2-AEAE-9FC68E739ACB}" srcOrd="4" destOrd="0" parTransId="{0809AD37-35ED-4740-B263-DF042EAFFB2F}" sibTransId="{5381F1EB-3297-4AB9-963D-70FAAEB59111}"/>
    <dgm:cxn modelId="{1E0FA82B-D24C-466A-8D56-455E1D2E3FA0}" type="presOf" srcId="{4AB29B48-EF03-4AD3-A056-6B04733181DA}" destId="{E85B7754-5A3D-45E8-AD41-0035230B1DF5}" srcOrd="0" destOrd="3" presId="urn:microsoft.com/office/officeart/2005/8/layout/default"/>
    <dgm:cxn modelId="{79D1542D-1D9D-487A-9CED-334FCA6F0DCC}" srcId="{924CFA93-AE9F-4945-8798-40AA296455EB}" destId="{37CFC38E-4B28-496C-B6AD-9770981409AA}" srcOrd="0" destOrd="0" parTransId="{6BAEAD3D-0744-49C0-9D67-3B714B567B04}" sibTransId="{278C71F4-D747-439D-A79E-0899CC51DC7D}"/>
    <dgm:cxn modelId="{688FBD2D-DF3A-4E5A-8703-C722626EFF94}" srcId="{5B59BE42-FCEB-4C4D-BB6A-BFD559108C92}" destId="{A25CC8AB-80D2-4217-A87D-CC6C0066F187}" srcOrd="0" destOrd="0" parTransId="{11434ED7-0A1F-4B1B-B00E-27BEE494EE8B}" sibTransId="{D378FE55-1191-4116-B057-4B94C70AF0FC}"/>
    <dgm:cxn modelId="{4A029C30-8FCB-4778-A592-CFF9148EAE76}" type="presOf" srcId="{165F413F-AD9C-40FC-A4D1-E4A5BCBF2274}" destId="{AB3F0CA7-7F3E-4222-9F51-E400A8CD9DF0}" srcOrd="0" destOrd="2" presId="urn:microsoft.com/office/officeart/2005/8/layout/default"/>
    <dgm:cxn modelId="{60687F34-35F4-461B-BB1C-19C8E42182EA}" srcId="{99C8C3C8-666F-42A2-AEAE-9FC68E739ACB}" destId="{41C3563B-D257-4965-BEAB-B63545E6C669}" srcOrd="1" destOrd="0" parTransId="{BB044B81-99E0-4831-A6F8-B7704B1365D8}" sibTransId="{492D1102-1C8C-451C-A0A0-03134D09F439}"/>
    <dgm:cxn modelId="{EC89A135-85FD-40AF-91BC-C1DA499BBF1C}" srcId="{E913C2BE-9235-453F-AC40-1346ABBB610A}" destId="{165F413F-AD9C-40FC-A4D1-E4A5BCBF2274}" srcOrd="1" destOrd="0" parTransId="{570C6FD9-42AE-4CEF-9F7F-34507B4E3477}" sibTransId="{7A1EED31-7A55-4925-BD2F-AE49FCBF4077}"/>
    <dgm:cxn modelId="{0E61E939-74DD-4AF0-BB3E-9041EF32922A}" type="presOf" srcId="{3D09D3C0-A7F9-44BC-B605-A558007F4E6C}" destId="{D65C68C9-9351-41CD-94DE-56725CD9A885}" srcOrd="0" destOrd="3" presId="urn:microsoft.com/office/officeart/2005/8/layout/default"/>
    <dgm:cxn modelId="{C5A62C3B-14AF-4A83-817E-61B4F66989E1}" type="presOf" srcId="{924CFA93-AE9F-4945-8798-40AA296455EB}" destId="{96573516-EDD2-4FB1-94B4-4AFF0CCC8726}" srcOrd="0" destOrd="2" presId="urn:microsoft.com/office/officeart/2005/8/layout/default"/>
    <dgm:cxn modelId="{796BCD3D-677D-4119-A027-DB4A8569E28A}" srcId="{690E4CA3-71F0-4398-B5D9-4B45065761C0}" destId="{5B59BE42-FCEB-4C4D-BB6A-BFD559108C92}" srcOrd="1" destOrd="0" parTransId="{B6F4271B-6597-45C8-93AC-2057C0427CA8}" sibTransId="{C099AA85-2670-4F1E-8D6A-C41FF421D518}"/>
    <dgm:cxn modelId="{FAD7CD5F-F5B9-4666-85CD-7FD45EBB7B7C}" type="presOf" srcId="{9A6A1DBA-B43A-44E1-8CAE-14A3B0892844}" destId="{1F32FB19-C1A9-4BE8-BC7C-C473E746DB8D}" srcOrd="0" destOrd="2" presId="urn:microsoft.com/office/officeart/2005/8/layout/default"/>
    <dgm:cxn modelId="{15D66A62-1E0E-4F02-8993-F900F25FC3B2}" type="presOf" srcId="{BAB95CF5-64D5-4487-B864-3C95A2338BB3}" destId="{AB3F0CA7-7F3E-4222-9F51-E400A8CD9DF0}" srcOrd="0" destOrd="1" presId="urn:microsoft.com/office/officeart/2005/8/layout/default"/>
    <dgm:cxn modelId="{51C60E4B-2CBD-4FC3-B780-94530E1B162E}" srcId="{BB750BD8-D6FA-4969-9AE6-8732F0E1D974}" destId="{55499236-FD61-4F62-8FC3-EE918CD274D8}" srcOrd="1" destOrd="0" parTransId="{993BA20D-BA64-4D47-9372-0630E35E130A}" sibTransId="{0D63AD87-3D2C-45EC-BEB9-C9D46E32C958}"/>
    <dgm:cxn modelId="{29A94050-519B-4492-8907-7F9F5DA1E98B}" srcId="{603DDD30-EA8E-459F-AE9C-94E858DCA95B}" destId="{BB750BD8-D6FA-4969-9AE6-8732F0E1D974}" srcOrd="1" destOrd="0" parTransId="{6CC81291-78CE-4F96-8A16-F53365E965DA}" sibTransId="{E0EE5776-9672-4BCD-9E7F-9463F4027BD6}"/>
    <dgm:cxn modelId="{513E6472-3B63-439D-B828-D956FC453602}" srcId="{99C8C3C8-666F-42A2-AEAE-9FC68E739ACB}" destId="{AA4CCC8A-544E-46D3-A6AD-22A090937FE0}" srcOrd="0" destOrd="0" parTransId="{1A60FDE3-4016-4204-9BF0-1305A4A4E53F}" sibTransId="{5B856891-10BA-490C-9E72-50F72A7648E8}"/>
    <dgm:cxn modelId="{9D3D3C73-81BB-4D78-A106-24CFCBE6BA0E}" srcId="{924CFA93-AE9F-4945-8798-40AA296455EB}" destId="{59C6E086-2F83-413A-BD97-CC0A25634B06}" srcOrd="1" destOrd="0" parTransId="{29462135-C5EA-42A9-BCCC-FB811A4A077E}" sibTransId="{7527BF23-DCF9-4E01-8752-CEC35CD95586}"/>
    <dgm:cxn modelId="{453C5E73-22C8-4924-998A-A76A1BD88705}" type="presOf" srcId="{7AE1DEA4-19D0-4AC1-BC7F-F42193F01FFF}" destId="{96573516-EDD2-4FB1-94B4-4AFF0CCC8726}" srcOrd="0" destOrd="0" presId="urn:microsoft.com/office/officeart/2005/8/layout/default"/>
    <dgm:cxn modelId="{8C2F3A75-EC93-4A66-9F24-3AC5ABA04548}" type="presOf" srcId="{43BDA608-32F2-465C-BA42-4AC81DB4D00B}" destId="{96573516-EDD2-4FB1-94B4-4AFF0CCC8726}" srcOrd="0" destOrd="1" presId="urn:microsoft.com/office/officeart/2005/8/layout/default"/>
    <dgm:cxn modelId="{D00C0B56-AA01-4327-8C1F-A093347B8162}" type="presOf" srcId="{BA721A8B-70E2-4A8C-980E-963E0F24E8E6}" destId="{1F32FB19-C1A9-4BE8-BC7C-C473E746DB8D}" srcOrd="0" destOrd="3" presId="urn:microsoft.com/office/officeart/2005/8/layout/default"/>
    <dgm:cxn modelId="{F9F1A07A-E773-4A45-8AF8-9FA09F51F6F3}" type="presOf" srcId="{37CFC38E-4B28-496C-B6AD-9770981409AA}" destId="{96573516-EDD2-4FB1-94B4-4AFF0CCC8726}" srcOrd="0" destOrd="3" presId="urn:microsoft.com/office/officeart/2005/8/layout/default"/>
    <dgm:cxn modelId="{212BF77A-AE89-4E9C-8757-A6DE9D3C5D91}" type="presOf" srcId="{C1AEF406-9293-448B-B59C-FB8760032A60}" destId="{1F32FB19-C1A9-4BE8-BC7C-C473E746DB8D}" srcOrd="0" destOrd="1" presId="urn:microsoft.com/office/officeart/2005/8/layout/default"/>
    <dgm:cxn modelId="{43DED781-BEA2-4272-8FDF-09DAC9833AF9}" srcId="{1A223E1B-F43B-48E9-A6BC-14A271B78629}" destId="{9A6A1DBA-B43A-44E1-8CAE-14A3B0892844}" srcOrd="1" destOrd="0" parTransId="{F56C898C-7E14-40FE-ADF9-06441DEFF1A2}" sibTransId="{680FBDA4-930A-4612-BDE6-685565B2F137}"/>
    <dgm:cxn modelId="{8483F281-BD3C-4FC1-B3BA-F61CEB792A8B}" type="presOf" srcId="{5B59BE42-FCEB-4C4D-BB6A-BFD559108C92}" destId="{74D3D2A9-8F3B-4AF0-9C06-D62AE7D64DC9}" srcOrd="0" destOrd="2" presId="urn:microsoft.com/office/officeart/2005/8/layout/default"/>
    <dgm:cxn modelId="{4B8F2F82-80DF-4AAC-8150-46A0F370F4BE}" type="presOf" srcId="{891DE799-331A-4B93-AECF-814592864371}" destId="{74D3D2A9-8F3B-4AF0-9C06-D62AE7D64DC9}" srcOrd="0" destOrd="4" presId="urn:microsoft.com/office/officeart/2005/8/layout/default"/>
    <dgm:cxn modelId="{78E9B082-9784-4A92-8EF7-47F108FCF9A5}" type="presOf" srcId="{788BCCE5-D06B-47BA-984C-FBFF58E337A1}" destId="{AB3F0CA7-7F3E-4222-9F51-E400A8CD9DF0}" srcOrd="0" destOrd="3" presId="urn:microsoft.com/office/officeart/2005/8/layout/default"/>
    <dgm:cxn modelId="{F1E9D888-70A7-44B4-855A-22FF642492FA}" type="presOf" srcId="{41C3563B-D257-4965-BEAB-B63545E6C669}" destId="{D65C68C9-9351-41CD-94DE-56725CD9A885}" srcOrd="0" destOrd="2" presId="urn:microsoft.com/office/officeart/2005/8/layout/default"/>
    <dgm:cxn modelId="{52C58E93-22F0-48B4-BAE2-CD6FF12001B3}" srcId="{E913C2BE-9235-453F-AC40-1346ABBB610A}" destId="{F583EBAF-FB8C-4399-ACC7-5A626732615D}" srcOrd="3" destOrd="0" parTransId="{24836899-522B-410B-8506-7615531A7B7F}" sibTransId="{B25ACDDC-145F-40F7-A6BE-86B43B2F0612}"/>
    <dgm:cxn modelId="{36918994-F69C-47FE-9A95-41D07C3457CE}" srcId="{E913C2BE-9235-453F-AC40-1346ABBB610A}" destId="{BAB95CF5-64D5-4487-B864-3C95A2338BB3}" srcOrd="0" destOrd="0" parTransId="{154E203C-9FBF-4DED-A7A6-84759FFCA09C}" sibTransId="{6EACC3CC-DE38-44C3-BFCF-6B20E12EAA06}"/>
    <dgm:cxn modelId="{E010B396-A4B3-4E10-B262-7931169C185C}" type="presOf" srcId="{F583EBAF-FB8C-4399-ACC7-5A626732615D}" destId="{AB3F0CA7-7F3E-4222-9F51-E400A8CD9DF0}" srcOrd="0" destOrd="4" presId="urn:microsoft.com/office/officeart/2005/8/layout/default"/>
    <dgm:cxn modelId="{3D554197-05EF-4656-B9C0-FD6A742B32A5}" type="presOf" srcId="{E913C2BE-9235-453F-AC40-1346ABBB610A}" destId="{AB3F0CA7-7F3E-4222-9F51-E400A8CD9DF0}" srcOrd="0" destOrd="0" presId="urn:microsoft.com/office/officeart/2005/8/layout/default"/>
    <dgm:cxn modelId="{2B870398-A791-4FE7-BD6D-2724E9E23887}" type="presOf" srcId="{603DDD30-EA8E-459F-AE9C-94E858DCA95B}" destId="{217C3E5F-2348-4710-B6C1-FE44E07C5867}" srcOrd="0" destOrd="0" presId="urn:microsoft.com/office/officeart/2005/8/layout/default"/>
    <dgm:cxn modelId="{3A9D51AD-3A69-42A8-AA8C-7B80C8100E54}" type="presOf" srcId="{1A223E1B-F43B-48E9-A6BC-14A271B78629}" destId="{1F32FB19-C1A9-4BE8-BC7C-C473E746DB8D}" srcOrd="0" destOrd="0" presId="urn:microsoft.com/office/officeart/2005/8/layout/default"/>
    <dgm:cxn modelId="{78DA46AF-3515-4EE3-B11D-A3A01B984CD1}" type="presOf" srcId="{A25CC8AB-80D2-4217-A87D-CC6C0066F187}" destId="{74D3D2A9-8F3B-4AF0-9C06-D62AE7D64DC9}" srcOrd="0" destOrd="3" presId="urn:microsoft.com/office/officeart/2005/8/layout/default"/>
    <dgm:cxn modelId="{61208BAF-CCDE-4932-B2C5-E57261E281C4}" srcId="{1A223E1B-F43B-48E9-A6BC-14A271B78629}" destId="{C1AEF406-9293-448B-B59C-FB8760032A60}" srcOrd="0" destOrd="0" parTransId="{EE2AFAB2-56BD-4F2A-B600-B927DDF5B64C}" sibTransId="{A5117EE9-0178-4C4E-B462-F02E229FDA4F}"/>
    <dgm:cxn modelId="{BB3A20C0-B24C-4922-9E24-30151E35FDEA}" srcId="{5B59BE42-FCEB-4C4D-BB6A-BFD559108C92}" destId="{891DE799-331A-4B93-AECF-814592864371}" srcOrd="1" destOrd="0" parTransId="{232880BF-CE73-4DDE-B4BE-EF8FD82ED185}" sibTransId="{0E7BC519-B440-438D-A1D5-B62A1ADDC1EA}"/>
    <dgm:cxn modelId="{4EBA90C3-7DA5-4762-B66C-E4E09D04207C}" srcId="{99C8C3C8-666F-42A2-AEAE-9FC68E739ACB}" destId="{3D09D3C0-A7F9-44BC-B605-A558007F4E6C}" srcOrd="2" destOrd="0" parTransId="{04E38B9B-15FD-47C2-AA4A-589C6D095207}" sibTransId="{D984C356-F394-46A1-8FB8-EFB2BD1D4B33}"/>
    <dgm:cxn modelId="{DFB3C1CC-4058-4524-9F3E-15163C609D46}" type="presOf" srcId="{BB750BD8-D6FA-4969-9AE6-8732F0E1D974}" destId="{E85B7754-5A3D-45E8-AD41-0035230B1DF5}" srcOrd="0" destOrd="0" presId="urn:microsoft.com/office/officeart/2005/8/layout/default"/>
    <dgm:cxn modelId="{2DB89ED0-4C82-4F1B-9350-18DED6FE548D}" type="presOf" srcId="{335F5668-6D7D-4A3B-8717-8055DCB54731}" destId="{74D3D2A9-8F3B-4AF0-9C06-D62AE7D64DC9}" srcOrd="0" destOrd="1" presId="urn:microsoft.com/office/officeart/2005/8/layout/default"/>
    <dgm:cxn modelId="{202F3FD1-682B-4CA0-8A25-859A30FB197E}" type="presOf" srcId="{690E4CA3-71F0-4398-B5D9-4B45065761C0}" destId="{74D3D2A9-8F3B-4AF0-9C06-D62AE7D64DC9}" srcOrd="0" destOrd="0" presId="urn:microsoft.com/office/officeart/2005/8/layout/default"/>
    <dgm:cxn modelId="{A7AB2ED3-C774-436C-B070-23FEE9591413}" type="presOf" srcId="{55499236-FD61-4F62-8FC3-EE918CD274D8}" destId="{E85B7754-5A3D-45E8-AD41-0035230B1DF5}" srcOrd="0" destOrd="2" presId="urn:microsoft.com/office/officeart/2005/8/layout/default"/>
    <dgm:cxn modelId="{DA4DB0D5-8995-4A4A-AB69-12F5BC54F528}" srcId="{603DDD30-EA8E-459F-AE9C-94E858DCA95B}" destId="{E913C2BE-9235-453F-AC40-1346ABBB610A}" srcOrd="2" destOrd="0" parTransId="{CC9BA41D-1EEB-4CC9-B65B-87696A5C712D}" sibTransId="{E8C4F06B-7F78-4264-A994-8D3313E0E35B}"/>
    <dgm:cxn modelId="{6CC39CDA-951D-4D8A-A511-731027A608EF}" srcId="{BB750BD8-D6FA-4969-9AE6-8732F0E1D974}" destId="{CB803B9F-0759-428D-AB1E-A7BD6F7F8C91}" srcOrd="0" destOrd="0" parTransId="{8C6F287E-2852-4DD8-8900-AFA3D1A6F929}" sibTransId="{41F4CA60-499C-4D6D-B618-B270FBDA9E13}"/>
    <dgm:cxn modelId="{F108C1DA-B6EE-4F38-92F2-0DB256F33846}" srcId="{7AE1DEA4-19D0-4AC1-BC7F-F42193F01FFF}" destId="{43BDA608-32F2-465C-BA42-4AC81DB4D00B}" srcOrd="0" destOrd="0" parTransId="{B4427B3E-849A-4609-B9C4-63F049DEBDDC}" sibTransId="{BC987CE2-01A7-4007-A6E8-1965A8954475}"/>
    <dgm:cxn modelId="{F1CF4EDE-80BE-4B20-9B3C-D4B9D04D1500}" srcId="{7AE1DEA4-19D0-4AC1-BC7F-F42193F01FFF}" destId="{924CFA93-AE9F-4945-8798-40AA296455EB}" srcOrd="1" destOrd="0" parTransId="{19034A24-923D-4D22-9418-A45D66BA0911}" sibTransId="{244661C6-D5EE-479F-A102-CF39737E0AB3}"/>
    <dgm:cxn modelId="{83C090EA-42A0-42D3-A518-294656DBD86C}" srcId="{1A223E1B-F43B-48E9-A6BC-14A271B78629}" destId="{BA721A8B-70E2-4A8C-980E-963E0F24E8E6}" srcOrd="2" destOrd="0" parTransId="{F0C7392F-AD2E-40B1-8E70-62CBD0D7746B}" sibTransId="{EB65D3EA-6A90-4CDB-A0DB-CB743DBE1B03}"/>
    <dgm:cxn modelId="{D731C0EB-8772-4419-938B-D9E053DCF4EB}" srcId="{603DDD30-EA8E-459F-AE9C-94E858DCA95B}" destId="{1A223E1B-F43B-48E9-A6BC-14A271B78629}" srcOrd="0" destOrd="0" parTransId="{F92A83A3-1DFB-4603-884B-5F8ADBE76D26}" sibTransId="{C6015BC5-8A86-40F4-93EA-0A120BC2A1DF}"/>
    <dgm:cxn modelId="{EAA6DBEC-936A-4BA4-8AC5-1FD15B693C1A}" srcId="{BB750BD8-D6FA-4969-9AE6-8732F0E1D974}" destId="{4AB29B48-EF03-4AD3-A056-6B04733181DA}" srcOrd="2" destOrd="0" parTransId="{98CB9A29-19B8-4052-BCF9-9C6581CDC7EE}" sibTransId="{12B71100-9877-4690-88F3-D9D5B3DBC725}"/>
    <dgm:cxn modelId="{9E06A8ED-13D9-46CE-9DA9-F6AD58E50FE2}" type="presOf" srcId="{CB803B9F-0759-428D-AB1E-A7BD6F7F8C91}" destId="{E85B7754-5A3D-45E8-AD41-0035230B1DF5}" srcOrd="0" destOrd="1" presId="urn:microsoft.com/office/officeart/2005/8/layout/default"/>
    <dgm:cxn modelId="{55543AFF-BEE4-4583-B407-475E4184FF3B}" srcId="{E913C2BE-9235-453F-AC40-1346ABBB610A}" destId="{788BCCE5-D06B-47BA-984C-FBFF58E337A1}" srcOrd="2" destOrd="0" parTransId="{A0E288EB-4CD2-452A-B107-04CD73E6437D}" sibTransId="{F625F704-0C7F-41C6-9667-919E44AD02EE}"/>
    <dgm:cxn modelId="{B1D95117-7CF7-4925-8E08-47A2CF6546E2}" type="presParOf" srcId="{217C3E5F-2348-4710-B6C1-FE44E07C5867}" destId="{1F32FB19-C1A9-4BE8-BC7C-C473E746DB8D}" srcOrd="0" destOrd="0" presId="urn:microsoft.com/office/officeart/2005/8/layout/default"/>
    <dgm:cxn modelId="{ABAFB481-04C0-4E5F-84BF-489921D5904C}" type="presParOf" srcId="{217C3E5F-2348-4710-B6C1-FE44E07C5867}" destId="{23DDA48F-4C97-428D-BF71-5946551C49D8}" srcOrd="1" destOrd="0" presId="urn:microsoft.com/office/officeart/2005/8/layout/default"/>
    <dgm:cxn modelId="{294D998C-2CA7-4ED9-9DD1-9CDC6032054C}" type="presParOf" srcId="{217C3E5F-2348-4710-B6C1-FE44E07C5867}" destId="{E85B7754-5A3D-45E8-AD41-0035230B1DF5}" srcOrd="2" destOrd="0" presId="urn:microsoft.com/office/officeart/2005/8/layout/default"/>
    <dgm:cxn modelId="{0BBDE3FA-497C-4276-99A2-60E6CC959285}" type="presParOf" srcId="{217C3E5F-2348-4710-B6C1-FE44E07C5867}" destId="{45AC9C35-CCA1-4601-BD71-ED4BCCE2ED3F}" srcOrd="3" destOrd="0" presId="urn:microsoft.com/office/officeart/2005/8/layout/default"/>
    <dgm:cxn modelId="{7D0AD699-AE51-427E-B35A-600469894AE6}" type="presParOf" srcId="{217C3E5F-2348-4710-B6C1-FE44E07C5867}" destId="{AB3F0CA7-7F3E-4222-9F51-E400A8CD9DF0}" srcOrd="4" destOrd="0" presId="urn:microsoft.com/office/officeart/2005/8/layout/default"/>
    <dgm:cxn modelId="{123C5DB3-720A-40C8-8247-B67219B8A337}" type="presParOf" srcId="{217C3E5F-2348-4710-B6C1-FE44E07C5867}" destId="{61CD1857-01CC-451C-BCF1-6FBE7CBF14DC}" srcOrd="5" destOrd="0" presId="urn:microsoft.com/office/officeart/2005/8/layout/default"/>
    <dgm:cxn modelId="{55A5FAE9-BD23-40F6-AAB6-1C6C3061FBA7}" type="presParOf" srcId="{217C3E5F-2348-4710-B6C1-FE44E07C5867}" destId="{96573516-EDD2-4FB1-94B4-4AFF0CCC8726}" srcOrd="6" destOrd="0" presId="urn:microsoft.com/office/officeart/2005/8/layout/default"/>
    <dgm:cxn modelId="{FB48C980-AEC1-4C0C-BBD8-6C5D23B7BE00}" type="presParOf" srcId="{217C3E5F-2348-4710-B6C1-FE44E07C5867}" destId="{2CD61610-AF8C-4B8B-97B2-61E420A0DF18}" srcOrd="7" destOrd="0" presId="urn:microsoft.com/office/officeart/2005/8/layout/default"/>
    <dgm:cxn modelId="{33162ADA-5372-443A-A14D-8E623CCF85F6}" type="presParOf" srcId="{217C3E5F-2348-4710-B6C1-FE44E07C5867}" destId="{D65C68C9-9351-41CD-94DE-56725CD9A885}" srcOrd="8" destOrd="0" presId="urn:microsoft.com/office/officeart/2005/8/layout/default"/>
    <dgm:cxn modelId="{B2EC76D5-7E89-4B2C-AACA-4540E591C869}" type="presParOf" srcId="{217C3E5F-2348-4710-B6C1-FE44E07C5867}" destId="{E428A010-DDAB-4BA7-9F28-1D84EEB60CC4}" srcOrd="9" destOrd="0" presId="urn:microsoft.com/office/officeart/2005/8/layout/default"/>
    <dgm:cxn modelId="{C8516D60-A78B-42C5-AE21-A9CB0BFEEB98}" type="presParOf" srcId="{217C3E5F-2348-4710-B6C1-FE44E07C5867}" destId="{74D3D2A9-8F3B-4AF0-9C06-D62AE7D64DC9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32FB19-C1A9-4BE8-BC7C-C473E746DB8D}">
      <dsp:nvSpPr>
        <dsp:cNvPr id="0" name=""/>
        <dsp:cNvSpPr/>
      </dsp:nvSpPr>
      <dsp:spPr>
        <a:xfrm>
          <a:off x="0" y="129728"/>
          <a:ext cx="3473648" cy="208418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1. </a:t>
          </a:r>
          <a:r>
            <a:rPr lang="en-US" sz="1900" b="1" kern="1200" dirty="0"/>
            <a:t>Job role-oriented</a:t>
          </a:r>
          <a:endParaRPr lang="en-IL" sz="1900" b="1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 sequence of </a:t>
          </a:r>
          <a:r>
            <a:rPr lang="en-US" sz="1500" b="1" kern="1200" dirty="0"/>
            <a:t>8</a:t>
          </a:r>
          <a:r>
            <a:rPr lang="en-US" sz="1500" kern="1200" dirty="0"/>
            <a:t> </a:t>
          </a:r>
          <a:r>
            <a:rPr lang="en-US" sz="1500" b="1" kern="1200" dirty="0"/>
            <a:t>core courses </a:t>
          </a:r>
          <a:r>
            <a:rPr lang="en-US" sz="1500" kern="1200" dirty="0"/>
            <a:t>to prepare students for </a:t>
          </a:r>
          <a:r>
            <a:rPr lang="en-US" sz="1500" b="1" kern="1200" dirty="0"/>
            <a:t>target job roles</a:t>
          </a:r>
          <a:endParaRPr lang="en-IL" sz="1500" b="1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L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Give students a </a:t>
          </a:r>
          <a:r>
            <a:rPr lang="en-US" sz="1500" b="1" kern="1200" dirty="0"/>
            <a:t>complete toolbox </a:t>
          </a:r>
          <a:r>
            <a:rPr lang="en-US" sz="1500" kern="1200" dirty="0"/>
            <a:t>for the job role</a:t>
          </a:r>
          <a:endParaRPr lang="en-IL" sz="1500" kern="1200" dirty="0"/>
        </a:p>
      </dsp:txBody>
      <dsp:txXfrm>
        <a:off x="0" y="129728"/>
        <a:ext cx="3473648" cy="2084189"/>
      </dsp:txXfrm>
    </dsp:sp>
    <dsp:sp modelId="{E85B7754-5A3D-45E8-AD41-0035230B1DF5}">
      <dsp:nvSpPr>
        <dsp:cNvPr id="0" name=""/>
        <dsp:cNvSpPr/>
      </dsp:nvSpPr>
      <dsp:spPr>
        <a:xfrm>
          <a:off x="3821013" y="129728"/>
          <a:ext cx="3473648" cy="208418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2. </a:t>
          </a:r>
          <a:r>
            <a:rPr lang="en-US" sz="1900" b="1" kern="1200" dirty="0"/>
            <a:t>Structured progression</a:t>
          </a:r>
          <a:endParaRPr lang="en-IL" sz="1900" b="1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Advanced courses may </a:t>
          </a:r>
          <a:r>
            <a:rPr lang="en-US" sz="1500" b="1" kern="1200" dirty="0"/>
            <a:t>depend</a:t>
          </a:r>
          <a:r>
            <a:rPr lang="en-US" sz="1500" kern="1200" dirty="0"/>
            <a:t> on earlier concentration courses</a:t>
          </a:r>
          <a:endParaRPr lang="en-IL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L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Avoid conceptual redundancy, best use of </a:t>
          </a:r>
          <a:r>
            <a:rPr lang="en-US" sz="1500" b="1" kern="1200" dirty="0"/>
            <a:t>limited time</a:t>
          </a:r>
          <a:endParaRPr lang="en-IL" sz="1500" b="1" kern="1200" dirty="0"/>
        </a:p>
      </dsp:txBody>
      <dsp:txXfrm>
        <a:off x="3821013" y="129728"/>
        <a:ext cx="3473648" cy="2084189"/>
      </dsp:txXfrm>
    </dsp:sp>
    <dsp:sp modelId="{AB3F0CA7-7F3E-4222-9F51-E400A8CD9DF0}">
      <dsp:nvSpPr>
        <dsp:cNvPr id="0" name=""/>
        <dsp:cNvSpPr/>
      </dsp:nvSpPr>
      <dsp:spPr>
        <a:xfrm>
          <a:off x="7642027" y="129728"/>
          <a:ext cx="3473648" cy="208418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3. </a:t>
          </a:r>
          <a:r>
            <a:rPr lang="en-US" sz="1900" b="1" kern="1200" dirty="0"/>
            <a:t>Portfolio-driven</a:t>
          </a:r>
          <a:endParaRPr lang="en-IL" sz="1900" b="1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 </a:t>
          </a:r>
          <a:r>
            <a:rPr lang="en-US" sz="1500" b="1" kern="1200" dirty="0"/>
            <a:t>guided</a:t>
          </a:r>
          <a:r>
            <a:rPr lang="en-US" sz="1500" kern="1200" dirty="0"/>
            <a:t> effort to help students build a strong </a:t>
          </a:r>
          <a:r>
            <a:rPr lang="en-US" sz="1500" b="1" kern="1200" dirty="0"/>
            <a:t>project portfolio</a:t>
          </a:r>
          <a:endParaRPr lang="en-IL" sz="1500" b="1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L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PBL stresses project depth and </a:t>
          </a:r>
          <a:r>
            <a:rPr lang="en-US" sz="1500" b="1" kern="1200" dirty="0"/>
            <a:t>demonstrable artifacts</a:t>
          </a:r>
          <a:endParaRPr lang="en-IL" sz="1500" b="1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L" sz="1500" kern="1200" dirty="0"/>
        </a:p>
      </dsp:txBody>
      <dsp:txXfrm>
        <a:off x="7642027" y="129728"/>
        <a:ext cx="3473648" cy="2084189"/>
      </dsp:txXfrm>
    </dsp:sp>
    <dsp:sp modelId="{96573516-EDD2-4FB1-94B4-4AFF0CCC8726}">
      <dsp:nvSpPr>
        <dsp:cNvPr id="0" name=""/>
        <dsp:cNvSpPr/>
      </dsp:nvSpPr>
      <dsp:spPr>
        <a:xfrm>
          <a:off x="0" y="2561282"/>
          <a:ext cx="3473648" cy="208418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4. </a:t>
          </a:r>
          <a:r>
            <a:rPr lang="en-US" sz="1900" b="1" kern="1200" dirty="0"/>
            <a:t>Academic depth with tools</a:t>
          </a:r>
          <a:endParaRPr lang="en-IL" sz="1900" b="1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Combine rigorous academic foundations with:</a:t>
          </a:r>
          <a:endParaRPr lang="en-IL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L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Current </a:t>
          </a:r>
          <a:r>
            <a:rPr lang="en-US" sz="1500" b="1" kern="1200" dirty="0"/>
            <a:t>tools</a:t>
          </a:r>
          <a:r>
            <a:rPr lang="en-US" sz="1500" kern="1200" dirty="0"/>
            <a:t>, programming languages, and platforms</a:t>
          </a:r>
          <a:endParaRPr lang="en-IL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 dirty="0"/>
            <a:t>AI-assisted</a:t>
          </a:r>
          <a:r>
            <a:rPr lang="en-US" sz="1500" kern="1200" dirty="0"/>
            <a:t> development practices</a:t>
          </a:r>
          <a:endParaRPr lang="en-IL" sz="1500" kern="1200" dirty="0"/>
        </a:p>
      </dsp:txBody>
      <dsp:txXfrm>
        <a:off x="0" y="2561282"/>
        <a:ext cx="3473648" cy="2084189"/>
      </dsp:txXfrm>
    </dsp:sp>
    <dsp:sp modelId="{D65C68C9-9351-41CD-94DE-56725CD9A885}">
      <dsp:nvSpPr>
        <dsp:cNvPr id="0" name=""/>
        <dsp:cNvSpPr/>
      </dsp:nvSpPr>
      <dsp:spPr>
        <a:xfrm>
          <a:off x="3821013" y="2561282"/>
          <a:ext cx="3473648" cy="2084189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6. Core course reuse</a:t>
          </a:r>
          <a:endParaRPr lang="en-IL" sz="1900" b="1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/>
            <a:t>Core courses should be a “flagship,” high-quality, comprehensive, current tech and trend updated project-based courses</a:t>
          </a:r>
          <a:endParaRPr lang="en-IL" sz="1500" b="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L" sz="1500" b="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/>
            <a:t>Some core courses are shared between concentrations</a:t>
          </a:r>
          <a:endParaRPr lang="en-IL" sz="1500" b="0" kern="1200" dirty="0"/>
        </a:p>
      </dsp:txBody>
      <dsp:txXfrm>
        <a:off x="3821013" y="2561282"/>
        <a:ext cx="3473648" cy="2084189"/>
      </dsp:txXfrm>
    </dsp:sp>
    <dsp:sp modelId="{74D3D2A9-8F3B-4AF0-9C06-D62AE7D64DC9}">
      <dsp:nvSpPr>
        <dsp:cNvPr id="0" name=""/>
        <dsp:cNvSpPr/>
      </dsp:nvSpPr>
      <dsp:spPr>
        <a:xfrm>
          <a:off x="7642027" y="2561282"/>
          <a:ext cx="3473648" cy="208418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5. </a:t>
          </a:r>
          <a:r>
            <a:rPr lang="en-US" sz="1900" b="1" kern="1200"/>
            <a:t>Enrichment electives </a:t>
          </a:r>
          <a:endParaRPr lang="en-IL" sz="1900" b="1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Deepen students’ expertise beyond core concentration courses:</a:t>
          </a:r>
          <a:endParaRPr lang="en-IL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L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improving their fit for concentration </a:t>
          </a:r>
          <a:r>
            <a:rPr lang="en-US" sz="1500" b="1" kern="1200" dirty="0"/>
            <a:t>job  roles</a:t>
          </a:r>
          <a:endParaRPr lang="en-IL" sz="1500" b="1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preparing them for </a:t>
          </a:r>
          <a:r>
            <a:rPr lang="en-US" sz="1500" b="1" kern="1200" dirty="0"/>
            <a:t>graduate</a:t>
          </a:r>
          <a:r>
            <a:rPr lang="en-US" sz="1500" kern="1200" dirty="0"/>
            <a:t> studies.</a:t>
          </a:r>
          <a:endParaRPr lang="en-IL" sz="1500" kern="1200" dirty="0"/>
        </a:p>
      </dsp:txBody>
      <dsp:txXfrm>
        <a:off x="7642027" y="2561282"/>
        <a:ext cx="3473648" cy="20841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6153F-0574-6769-FAB0-3CE831F94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45DE18-0832-7A91-D985-D07F15C14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9FDC2-D075-9497-FE62-6EE3763EE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80787-25DA-4CCA-A0C9-BFF94C1968BB}" type="datetimeFigureOut">
              <a:rPr lang="en-IL" smtClean="0"/>
              <a:t>21/06/2026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07B75-D65C-4DA9-0DEA-739BB54B9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8A7E4-3EF3-774B-6C0D-6E26B0B5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0EFA7-61D2-4588-B5D8-15C3FA3FD7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96562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4FE8C-BF17-2FCD-944A-FA0D98D71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CA2A1-7A55-508A-5E91-CBC7FE9D8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6B4C2-840D-5305-F4ED-0E1CA4A88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80787-25DA-4CCA-A0C9-BFF94C1968BB}" type="datetimeFigureOut">
              <a:rPr lang="en-IL" smtClean="0"/>
              <a:t>21/06/2026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59BA1-48D5-62ED-E860-0F5AFF79C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49ED8-C8BD-6A9C-AB9C-666D87642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0EFA7-61D2-4588-B5D8-15C3FA3FD7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30214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6DFE0-DAAF-8F06-BF4F-FE749A9E0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DACD3-C89F-7F5F-3F75-9898B8A47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B5C73-589D-C3F8-CE74-7C394BC93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80787-25DA-4CCA-A0C9-BFF94C1968BB}" type="datetimeFigureOut">
              <a:rPr lang="en-IL" smtClean="0"/>
              <a:t>21/06/2026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4B4D7-DF9E-F299-90E6-261FC6851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327F3-EED0-5F56-D3B4-7E320F98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0EFA7-61D2-4588-B5D8-15C3FA3FD7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91474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9122C-D952-EFEF-00A5-8FEF50961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32A33-4FFB-E6CE-AEFC-9413716F70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36ABCB-F1DF-F807-94CF-E3503FED8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07A23-E885-8985-7D98-8157B512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80787-25DA-4CCA-A0C9-BFF94C1968BB}" type="datetimeFigureOut">
              <a:rPr lang="en-IL" smtClean="0"/>
              <a:t>21/06/2026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0FF894-52BF-30D8-CC97-A640568F9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E6E3E-8F1D-EE15-3FFE-CFF05CEB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0EFA7-61D2-4588-B5D8-15C3FA3FD7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85579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A2435-CD6D-8F2B-22AF-560629221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3F60F-193A-95A7-7310-1796E5D11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86526-E075-B4E9-382B-C8A8CBF1E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A603BD-6480-F16B-B852-E5FBC0A37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506F02-8373-87D0-004E-E24E302313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89C19E-0A69-4044-24D8-92593E6E9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80787-25DA-4CCA-A0C9-BFF94C1968BB}" type="datetimeFigureOut">
              <a:rPr lang="en-IL" smtClean="0"/>
              <a:t>21/06/2026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5E6F07-5A7C-1100-8E5C-62E824838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1B933E-01E4-67DF-A785-61440FAFA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0EFA7-61D2-4588-B5D8-15C3FA3FD7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87037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10F77-4B0F-B6D3-DFEC-5F4543733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C5757-5870-75B4-191B-45EB3FFBF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80787-25DA-4CCA-A0C9-BFF94C1968BB}" type="datetimeFigureOut">
              <a:rPr lang="en-IL" smtClean="0"/>
              <a:t>21/06/2026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CDFCD9-B150-F964-5201-02A97DE52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D563D-5A16-1583-BF64-A826D2E1A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0EFA7-61D2-4588-B5D8-15C3FA3FD7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05870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F91B79-95B4-F0C6-1190-8DD246150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80787-25DA-4CCA-A0C9-BFF94C1968BB}" type="datetimeFigureOut">
              <a:rPr lang="en-IL" smtClean="0"/>
              <a:t>21/06/2026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FF0580-8538-801E-78FB-C9CD093C5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D64F1-CBC5-33D8-ACCA-E6FDE0667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0EFA7-61D2-4588-B5D8-15C3FA3FD7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35107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18D2C-D79E-CFF6-DE1A-E636A221A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31412-E62C-E1FA-D7F5-F12563AAB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6A784-5ED1-7370-842F-2B2715B43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72EFE-5BBF-0B57-C30F-D9673E22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80787-25DA-4CCA-A0C9-BFF94C1968BB}" type="datetimeFigureOut">
              <a:rPr lang="en-IL" smtClean="0"/>
              <a:t>21/06/2026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74EB5-41A6-80B6-3FD8-1B1499E44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A728E-4998-0FA8-F9B7-5E9DC95F9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0EFA7-61D2-4588-B5D8-15C3FA3FD7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0890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C9DB7-F7B3-7FDC-D876-0F86A4B3B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106B12-28C2-1985-B17E-D6664CBECB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C6A418-5D56-27C0-7F75-FF66B59D1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17742-3746-001F-7C57-09A8E14E4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80787-25DA-4CCA-A0C9-BFF94C1968BB}" type="datetimeFigureOut">
              <a:rPr lang="en-IL" smtClean="0"/>
              <a:t>21/06/2026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57D66-17A5-10E6-9AB2-8827A9F66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E8F34-ABCC-9EC8-1426-76BB51882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0EFA7-61D2-4588-B5D8-15C3FA3FD7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90129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94297-690A-B822-6204-E4A9D13B2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E746D-7983-158D-3A46-A03567BDC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08F0F-AA64-9FE4-109F-BBAE23E82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80787-25DA-4CCA-A0C9-BFF94C1968BB}" type="datetimeFigureOut">
              <a:rPr lang="en-IL" smtClean="0"/>
              <a:t>21/06/2026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B539A-DF22-D072-DD3F-D34E7B31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E6AA0-0C70-C3DA-05BF-2BF4AF5C2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0EFA7-61D2-4588-B5D8-15C3FA3FD7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56802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18DBFB-39BF-0FB9-3021-C4CC40F259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C9578A-CBD1-6F5D-D330-F1137DA2BF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002A2-93B8-6A39-2ABB-BCFEF6DA2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80787-25DA-4CCA-A0C9-BFF94C1968BB}" type="datetimeFigureOut">
              <a:rPr lang="en-IL" smtClean="0"/>
              <a:t>21/06/2026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E1129-02D7-B32F-A1B5-121CB3584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741E2-A149-C261-9721-AC3052642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0EFA7-61D2-4588-B5D8-15C3FA3FD7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93338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DE3681-B8BF-9276-7BEE-CBAD7EF0D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18BB3-B2D9-72AC-A348-6B24A5B3B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269A7-D78F-9F4F-3CC3-3106D77EA6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80787-25DA-4CCA-A0C9-BFF94C1968BB}" type="datetimeFigureOut">
              <a:rPr lang="en-IL" smtClean="0"/>
              <a:t>21/06/2026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83274-F47B-4522-8ACF-B2678AF7DD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82930-9D32-B571-D435-894976A77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F0EFA7-61D2-4588-B5D8-15C3FA3FD7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1254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03416-E2C6-AF86-5462-1613CE4AFF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Concentrations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D5DDDB-4D7E-F1F1-849D-AF41107867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New CS Program Plan</a:t>
            </a:r>
          </a:p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year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565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2E909-477A-3DB9-4496-4A3A35356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Concentrations: Six Pillars</a:t>
            </a:r>
            <a:endParaRPr lang="en-I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A0346C-6F09-AFA4-5B39-05F8B37C48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383121"/>
              </p:ext>
            </p:extLst>
          </p:nvPr>
        </p:nvGraphicFramePr>
        <p:xfrm>
          <a:off x="838199" y="1825625"/>
          <a:ext cx="11115676" cy="477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2906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4E0AF-840B-0A14-E36E-EF81E3015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107951"/>
            <a:ext cx="10515600" cy="692150"/>
          </a:xfrm>
        </p:spPr>
        <p:txBody>
          <a:bodyPr>
            <a:normAutofit fontScale="90000"/>
          </a:bodyPr>
          <a:lstStyle/>
          <a:p>
            <a:r>
              <a:rPr lang="en-US" dirty="0"/>
              <a:t>Concentrations</a:t>
            </a:r>
            <a:endParaRPr lang="en-I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C32F52-6427-C920-51F7-60AEDC0A8C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546502"/>
              </p:ext>
            </p:extLst>
          </p:nvPr>
        </p:nvGraphicFramePr>
        <p:xfrm>
          <a:off x="372268" y="914399"/>
          <a:ext cx="11400632" cy="5476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539">
                  <a:extLst>
                    <a:ext uri="{9D8B030D-6E8A-4147-A177-3AD203B41FA5}">
                      <a16:colId xmlns:a16="http://schemas.microsoft.com/office/drawing/2014/main" val="3351155595"/>
                    </a:ext>
                  </a:extLst>
                </a:gridCol>
                <a:gridCol w="5299593">
                  <a:extLst>
                    <a:ext uri="{9D8B030D-6E8A-4147-A177-3AD203B41FA5}">
                      <a16:colId xmlns:a16="http://schemas.microsoft.com/office/drawing/2014/main" val="225700259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507799135"/>
                    </a:ext>
                  </a:extLst>
                </a:gridCol>
              </a:tblGrid>
              <a:tr h="10953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</a:t>
                      </a:r>
                      <a:endParaRPr lang="en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Concentration</a:t>
                      </a:r>
                      <a:endParaRPr lang="en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Job Roles Examples</a:t>
                      </a:r>
                      <a:endParaRPr lang="en-I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0823744"/>
                  </a:ext>
                </a:extLst>
              </a:tr>
              <a:tr h="10953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Software Engineering</a:t>
                      </a:r>
                      <a:endParaRPr lang="en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Full-Stack Software Developer, DevOps Engineer, QA Engineer</a:t>
                      </a:r>
                      <a:endParaRPr lang="en-I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6130210"/>
                  </a:ext>
                </a:extLst>
              </a:tr>
              <a:tr h="10953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Artificial Intelligence</a:t>
                      </a:r>
                      <a:endParaRPr lang="en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ML/AI Engineer, MLOps Engineer,</a:t>
                      </a:r>
                      <a:endParaRPr lang="en-I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758122"/>
                  </a:ext>
                </a:extLst>
              </a:tr>
              <a:tr h="10953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Networking and Cyber Security</a:t>
                      </a:r>
                      <a:endParaRPr lang="en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Network Engineer, DevSecOps</a:t>
                      </a:r>
                      <a:endParaRPr lang="en-I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636437"/>
                  </a:ext>
                </a:extLst>
              </a:tr>
              <a:tr h="10953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Computational Finance, Optimization, and Quantum Algorithms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Financial Software Engineer, Algo-trading Developer</a:t>
                      </a:r>
                      <a:endParaRPr lang="en-IL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5536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6387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518D6-4A58-E616-2157-E57FED587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063" y="62617"/>
            <a:ext cx="10515600" cy="563025"/>
          </a:xfrm>
        </p:spPr>
        <p:txBody>
          <a:bodyPr>
            <a:normAutofit fontScale="90000"/>
          </a:bodyPr>
          <a:lstStyle/>
          <a:p>
            <a:r>
              <a:rPr lang="en-US" dirty="0"/>
              <a:t>Core Courses</a:t>
            </a:r>
            <a:endParaRPr lang="en-I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40FC91-60E3-9372-C53A-8F5BBE38D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126998"/>
              </p:ext>
            </p:extLst>
          </p:nvPr>
        </p:nvGraphicFramePr>
        <p:xfrm>
          <a:off x="144378" y="807382"/>
          <a:ext cx="11696129" cy="5694249"/>
        </p:xfrm>
        <a:graphic>
          <a:graphicData uri="http://schemas.openxmlformats.org/drawingml/2006/table">
            <a:tbl>
              <a:tblPr/>
              <a:tblGrid>
                <a:gridCol w="208364">
                  <a:extLst>
                    <a:ext uri="{9D8B030D-6E8A-4147-A177-3AD203B41FA5}">
                      <a16:colId xmlns:a16="http://schemas.microsoft.com/office/drawing/2014/main" val="3455178320"/>
                    </a:ext>
                  </a:extLst>
                </a:gridCol>
                <a:gridCol w="357195">
                  <a:extLst>
                    <a:ext uri="{9D8B030D-6E8A-4147-A177-3AD203B41FA5}">
                      <a16:colId xmlns:a16="http://schemas.microsoft.com/office/drawing/2014/main" val="2127608619"/>
                    </a:ext>
                  </a:extLst>
                </a:gridCol>
                <a:gridCol w="2892661">
                  <a:extLst>
                    <a:ext uri="{9D8B030D-6E8A-4147-A177-3AD203B41FA5}">
                      <a16:colId xmlns:a16="http://schemas.microsoft.com/office/drawing/2014/main" val="3474612274"/>
                    </a:ext>
                  </a:extLst>
                </a:gridCol>
                <a:gridCol w="1464415">
                  <a:extLst>
                    <a:ext uri="{9D8B030D-6E8A-4147-A177-3AD203B41FA5}">
                      <a16:colId xmlns:a16="http://schemas.microsoft.com/office/drawing/2014/main" val="2710757431"/>
                    </a:ext>
                  </a:extLst>
                </a:gridCol>
                <a:gridCol w="1870051">
                  <a:extLst>
                    <a:ext uri="{9D8B030D-6E8A-4147-A177-3AD203B41FA5}">
                      <a16:colId xmlns:a16="http://schemas.microsoft.com/office/drawing/2014/main" val="1716836769"/>
                    </a:ext>
                  </a:extLst>
                </a:gridCol>
                <a:gridCol w="2083182">
                  <a:extLst>
                    <a:ext uri="{9D8B030D-6E8A-4147-A177-3AD203B41FA5}">
                      <a16:colId xmlns:a16="http://schemas.microsoft.com/office/drawing/2014/main" val="1429733515"/>
                    </a:ext>
                  </a:extLst>
                </a:gridCol>
                <a:gridCol w="2820261">
                  <a:extLst>
                    <a:ext uri="{9D8B030D-6E8A-4147-A177-3AD203B41FA5}">
                      <a16:colId xmlns:a16="http://schemas.microsoft.com/office/drawing/2014/main" val="1455858682"/>
                    </a:ext>
                  </a:extLst>
                </a:gridCol>
              </a:tblGrid>
              <a:tr h="45153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effectLst/>
                        </a:rPr>
                        <a:t>#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 dirty="0">
                          <a:effectLst/>
                        </a:rPr>
                        <a:t>ID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effectLst/>
                        </a:rPr>
                        <a:t>Course Title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effectLst/>
                        </a:rPr>
                        <a:t>Software Engineering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effectLst/>
                        </a:rPr>
                        <a:t>Networking and Cyber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effectLst/>
                        </a:rPr>
                        <a:t>Artificial Intelligence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 dirty="0">
                          <a:effectLst/>
                        </a:rPr>
                        <a:t>Computational Finance and Quantum Optimization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45933"/>
                  </a:ext>
                </a:extLst>
              </a:tr>
              <a:tr h="2226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1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SE1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Cloud Computing and Cloud-Native Platforms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A1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A1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 dirty="0">
                          <a:solidFill>
                            <a:srgbClr val="FF0000"/>
                          </a:solidFill>
                          <a:effectLst/>
                        </a:rPr>
                        <a:t>A1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326154"/>
                  </a:ext>
                </a:extLst>
              </a:tr>
              <a:tr h="2226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2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SE2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Secure and Reliable Software Development (QA+App Security)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A2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A2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590460"/>
                  </a:ext>
                </a:extLst>
              </a:tr>
              <a:tr h="115731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3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AI1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LLM and Agentic Systems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A3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A3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A1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A2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028671"/>
                  </a:ext>
                </a:extLst>
              </a:tr>
              <a:tr h="2226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4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Cyber1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Applied Cryptography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A4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A3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478472"/>
                  </a:ext>
                </a:extLst>
              </a:tr>
              <a:tr h="329624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5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AI2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Temporal AI: Time Series and Sequential Decision Making </a:t>
                      </a:r>
                      <a:br>
                        <a:rPr lang="en-IL" sz="1000">
                          <a:effectLst/>
                        </a:rPr>
                      </a:br>
                      <a:endParaRPr lang="en-IL" sz="1000">
                        <a:effectLst/>
                      </a:endParaRP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A2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 dirty="0">
                          <a:solidFill>
                            <a:srgbClr val="FF0000"/>
                          </a:solidFill>
                          <a:effectLst/>
                        </a:rPr>
                        <a:t>A4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799233"/>
                  </a:ext>
                </a:extLst>
              </a:tr>
              <a:tr h="329624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6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Cyber 3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Hardware and Embedded Systems Security </a:t>
                      </a:r>
                      <a:br>
                        <a:rPr lang="en-IL" sz="1000">
                          <a:effectLst/>
                        </a:rPr>
                      </a:br>
                      <a:endParaRPr lang="en-IL" sz="1000">
                        <a:effectLst/>
                      </a:endParaRP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B2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467638"/>
                  </a:ext>
                </a:extLst>
              </a:tr>
              <a:tr h="329624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7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Cyber 4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Security Governance, Risk and Compliance </a:t>
                      </a:r>
                      <a:br>
                        <a:rPr lang="en-IL" sz="1000">
                          <a:effectLst/>
                        </a:rPr>
                      </a:br>
                      <a:endParaRPr lang="en-IL" sz="1000">
                        <a:effectLst/>
                      </a:endParaRP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B3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8336390"/>
                  </a:ext>
                </a:extLst>
              </a:tr>
              <a:tr h="2226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8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SE7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Design of AI-based and Data Intensive Systems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B4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B2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B1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389762"/>
                  </a:ext>
                </a:extLst>
              </a:tr>
              <a:tr h="115731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9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SE3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Modern Front-End Web Development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A4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542889"/>
                  </a:ext>
                </a:extLst>
              </a:tr>
              <a:tr h="115731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10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SE4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Back-End Web Development and APIs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B1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087428"/>
                  </a:ext>
                </a:extLst>
              </a:tr>
              <a:tr h="2226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11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SE6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Mobile, IoT and Edge Software Development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B3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829688"/>
                  </a:ext>
                </a:extLst>
              </a:tr>
              <a:tr h="329624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12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AI3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Vision AI: Deep Learning for Computer Vision </a:t>
                      </a:r>
                      <a:br>
                        <a:rPr lang="en-IL" sz="1000">
                          <a:effectLst/>
                        </a:rPr>
                      </a:br>
                      <a:endParaRPr lang="en-IL" sz="1000">
                        <a:effectLst/>
                      </a:endParaRP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A3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130385"/>
                  </a:ext>
                </a:extLst>
              </a:tr>
              <a:tr h="2226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13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Cyber2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Network and Communication Security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592809"/>
                  </a:ext>
                </a:extLst>
              </a:tr>
              <a:tr h="2226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14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Cyber5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Blockchain Technologies and Decentralized Systems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B4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 dirty="0">
                          <a:solidFill>
                            <a:srgbClr val="FF0000"/>
                          </a:solidFill>
                          <a:effectLst/>
                        </a:rPr>
                        <a:t>B2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540440"/>
                  </a:ext>
                </a:extLst>
              </a:tr>
              <a:tr h="2226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15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SE5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Engineering and Operations of AI Systems (DevOps/MLOps/LLMOps)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B2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B1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B1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1612"/>
                  </a:ext>
                </a:extLst>
              </a:tr>
              <a:tr h="2226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16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AI4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Scalable AI: Big Data Algorithms </a:t>
                      </a:r>
                      <a:br>
                        <a:rPr lang="en-IL" sz="1000">
                          <a:effectLst/>
                        </a:rPr>
                      </a:br>
                      <a:endParaRPr lang="en-IL" sz="1000">
                        <a:effectLst/>
                      </a:endParaRP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A4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815761"/>
                  </a:ext>
                </a:extLst>
              </a:tr>
              <a:tr h="115731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17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AI5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Generative AI: Deep Generative Models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B3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093116"/>
                  </a:ext>
                </a:extLst>
              </a:tr>
              <a:tr h="2226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18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AI6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Embodied AI: Robotics and Autonomous Systems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>
                          <a:solidFill>
                            <a:srgbClr val="FF0000"/>
                          </a:solidFill>
                          <a:effectLst/>
                        </a:rPr>
                        <a:t>B4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dirty="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158785"/>
                  </a:ext>
                </a:extLst>
              </a:tr>
              <a:tr h="115731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19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QCF1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Quantum Optimization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 dirty="0">
                          <a:solidFill>
                            <a:srgbClr val="FF0000"/>
                          </a:solidFill>
                          <a:effectLst/>
                        </a:rPr>
                        <a:t>B3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8702749"/>
                  </a:ext>
                </a:extLst>
              </a:tr>
              <a:tr h="115731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20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QCF2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L" sz="1000">
                          <a:effectLst/>
                        </a:rPr>
                        <a:t>AI and optimimization for finance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>
                          <a:effectLst/>
                        </a:rPr>
                        <a:t>Elective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L" sz="1000" b="1" dirty="0">
                          <a:solidFill>
                            <a:srgbClr val="FF0000"/>
                          </a:solidFill>
                          <a:effectLst/>
                        </a:rPr>
                        <a:t>B4</a:t>
                      </a:r>
                    </a:p>
                  </a:txBody>
                  <a:tcPr marL="9389" marR="9389" marT="6259" marB="62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534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240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478</Words>
  <Application>Microsoft Office PowerPoint</Application>
  <PresentationFormat>Widescreen</PresentationFormat>
  <Paragraphs>188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Concentrations</vt:lpstr>
      <vt:lpstr>Concentrations: Six Pillars</vt:lpstr>
      <vt:lpstr>Concentrations</vt:lpstr>
      <vt:lpstr>Core Courses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Apartsin</dc:creator>
  <cp:lastModifiedBy>Alexander Apartsin</cp:lastModifiedBy>
  <cp:revision>8</cp:revision>
  <dcterms:created xsi:type="dcterms:W3CDTF">2026-06-18T16:41:01Z</dcterms:created>
  <dcterms:modified xsi:type="dcterms:W3CDTF">2026-06-21T17:25:44Z</dcterms:modified>
</cp:coreProperties>
</file>